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2222"/>
                </a:solidFill>
                <a:latin typeface="Calibri"/>
              </a:rPr>
              <a:t>CO2 Capture Plant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6685" y="338328"/>
            <a:ext cx="4875580" cy="182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3152" y="411480"/>
            <a:ext cx="7955279" cy="6281928"/>
          </a:xfrm>
          <a:prstGeom prst="rect">
            <a:avLst/>
          </a:prstGeom>
          <a:solidFill>
            <a:srgbClr val="F9F9F9"/>
          </a:solidFill>
          <a:ln w="15240">
            <a:solidFill>
              <a:srgbClr val="88888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210311" y="466344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PDC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59" y="411480"/>
            <a:ext cx="3977640" cy="6281928"/>
          </a:xfrm>
          <a:prstGeom prst="rect">
            <a:avLst/>
          </a:prstGeom>
          <a:solidFill>
            <a:srgbClr val="F9F9F9"/>
          </a:solidFill>
          <a:ln w="15240">
            <a:solidFill>
              <a:srgbClr val="88888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75319" y="466344"/>
            <a:ext cx="3794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OPERATOR ROOM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1" y="722376"/>
            <a:ext cx="7680959" cy="237744"/>
          </a:xfrm>
          <a:prstGeom prst="rect">
            <a:avLst/>
          </a:prstGeom>
          <a:solidFill>
            <a:srgbClr val="C8E6C9"/>
          </a:solidFill>
          <a:ln w="10160">
            <a:solidFill>
              <a:srgbClr val="4A8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20040" y="758952"/>
            <a:ext cx="746150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0">
                <a:solidFill>
                  <a:srgbClr val="1B5E20"/>
                </a:solidFill>
                <a:latin typeface="Calibri"/>
              </a:rPr>
              <a:t>Analog Monitor Input 225 D…   |   Analog Control Output 50 D…   |   Discrete Monitor Input 125…   |   Discrete Control Output 75…   |   System Softkey   |   Sytech Reporter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88136"/>
            <a:ext cx="1982510" cy="5010912"/>
          </a:xfrm>
          <a:prstGeom prst="rect">
            <a:avLst/>
          </a:prstGeom>
          <a:solidFill>
            <a:srgbClr val="2B2B2B"/>
          </a:solidFill>
          <a:ln w="1905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83464" y="1216152"/>
            <a:ext cx="1872782" cy="4754879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83464" y="1115568"/>
            <a:ext cx="1872782" cy="5486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83464" y="6016752"/>
            <a:ext cx="1872782" cy="5486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01752" y="1261872"/>
            <a:ext cx="1836206" cy="411479"/>
          </a:xfrm>
          <a:prstGeom prst="rect">
            <a:avLst/>
          </a:prstGeom>
          <a:solidFill>
            <a:srgbClr val="2B5EA7"/>
          </a:solidFill>
          <a:ln w="508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7472" y="1271016"/>
            <a:ext cx="174476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ProfessionalPLUS Premium WS Software…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" y="1700784"/>
            <a:ext cx="1836206" cy="411479"/>
          </a:xfrm>
          <a:prstGeom prst="rect">
            <a:avLst/>
          </a:prstGeom>
          <a:solidFill>
            <a:srgbClr val="2B5EA7"/>
          </a:solidFill>
          <a:ln w="508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7472" y="1709928"/>
            <a:ext cx="174476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Rack WS Win10 Ent RAID1 16GB 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" y="2139696"/>
            <a:ext cx="1836206" cy="210312"/>
          </a:xfrm>
          <a:prstGeom prst="rect">
            <a:avLst/>
          </a:prstGeom>
          <a:solidFill>
            <a:srgbClr val="00A0B0"/>
          </a:solidFill>
          <a:ln w="508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7472" y="2148839"/>
            <a:ext cx="174476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[×36]  Dual Single Mode Media Converter Assy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" y="2377439"/>
            <a:ext cx="1836206" cy="228600"/>
          </a:xfrm>
          <a:prstGeom prst="rect">
            <a:avLst/>
          </a:prstGeom>
          <a:solidFill>
            <a:srgbClr val="2D6A2D"/>
          </a:solidFill>
          <a:ln w="508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7472" y="2386583"/>
            <a:ext cx="174476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Smart Switch 19-inch Rack mount modu…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" y="2633472"/>
            <a:ext cx="1836206" cy="246888"/>
          </a:xfrm>
          <a:prstGeom prst="rect">
            <a:avLst/>
          </a:prstGeom>
          <a:solidFill>
            <a:srgbClr val="555555"/>
          </a:solidFill>
          <a:ln w="508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7472" y="2642615"/>
            <a:ext cx="174476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19inch rack mounted sliding screen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" y="2907791"/>
            <a:ext cx="1836206" cy="320040"/>
          </a:xfrm>
          <a:prstGeom prst="rect">
            <a:avLst/>
          </a:prstGeom>
          <a:solidFill>
            <a:srgbClr val="FFD700"/>
          </a:solidFill>
          <a:ln w="508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7472" y="2916935"/>
            <a:ext cx="174476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  <a:latin typeface="Calibri"/>
              </a:rPr>
              <a:t>APC UPS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" y="3255263"/>
            <a:ext cx="1836206" cy="173736"/>
          </a:xfrm>
          <a:prstGeom prst="rect">
            <a:avLst/>
          </a:prstGeom>
          <a:solidFill>
            <a:srgbClr val="6040A0"/>
          </a:solidFill>
          <a:ln w="508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7472" y="3264407"/>
            <a:ext cx="1744766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[×8]  Fiber optic cable 5 mtr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" y="3456432"/>
            <a:ext cx="1836206" cy="228600"/>
          </a:xfrm>
          <a:prstGeom prst="rect">
            <a:avLst/>
          </a:prstGeom>
          <a:solidFill>
            <a:srgbClr val="2D6A2D"/>
          </a:solidFill>
          <a:ln w="508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47472" y="3465575"/>
            <a:ext cx="174476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0">
                <a:solidFill>
                  <a:srgbClr val="FFFFFF"/>
                </a:solidFill>
                <a:latin typeface="Calibri"/>
              </a:rPr>
              <a:t>Hirschmann 8-port rack mount switch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6144768"/>
            <a:ext cx="198251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Server Cabinet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57414" y="1088136"/>
            <a:ext cx="2680060" cy="5010912"/>
          </a:xfrm>
          <a:prstGeom prst="rect">
            <a:avLst/>
          </a:prstGeom>
          <a:solidFill>
            <a:srgbClr val="2B2B2B"/>
          </a:solidFill>
          <a:ln w="1905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2412278" y="1216152"/>
            <a:ext cx="2570332" cy="4754879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412278" y="1115568"/>
            <a:ext cx="2570332" cy="5486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412278" y="6016752"/>
            <a:ext cx="2570332" cy="5486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430566" y="1252728"/>
            <a:ext cx="2533756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476286" y="1271016"/>
            <a:ext cx="24423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PRI CNTR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0566" y="1554480"/>
            <a:ext cx="2533756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476286" y="1572768"/>
            <a:ext cx="24423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SEC CNTR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0566" y="1856232"/>
            <a:ext cx="2533756" cy="274320"/>
          </a:xfrm>
          <a:prstGeom prst="rect">
            <a:avLst/>
          </a:prstGeom>
          <a:solidFill>
            <a:srgbClr val="1A3A6B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476286" y="1874520"/>
            <a:ext cx="24423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Controller Redundancy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30566" y="2157984"/>
            <a:ext cx="2533756" cy="274320"/>
          </a:xfrm>
          <a:prstGeom prst="rect">
            <a:avLst/>
          </a:prstGeom>
          <a:solidFill>
            <a:srgbClr val="2E5FA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2476286" y="2176272"/>
            <a:ext cx="24423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Red. CIOC Carrier with Copper Ethernet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30566" y="2459736"/>
            <a:ext cx="2533756" cy="274320"/>
          </a:xfrm>
          <a:prstGeom prst="rect">
            <a:avLst/>
          </a:prstGeom>
          <a:solidFill>
            <a:srgbClr val="2E5FA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476286" y="2478024"/>
            <a:ext cx="24423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Red. CIOC2 includes 2 CHARMs IO Card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30566" y="2761488"/>
            <a:ext cx="2533756" cy="274320"/>
          </a:xfrm>
          <a:prstGeom prst="rect">
            <a:avLst/>
          </a:prstGeom>
          <a:solidFill>
            <a:srgbClr val="2E5FA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2476286" y="2779776"/>
            <a:ext cx="24423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CIOC (Auto #3)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30566" y="3063240"/>
            <a:ext cx="2533756" cy="274320"/>
          </a:xfrm>
          <a:prstGeom prst="rect">
            <a:avLst/>
          </a:prstGeom>
          <a:solidFill>
            <a:srgbClr val="2E5FA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476286" y="3081528"/>
            <a:ext cx="24423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CIOC (Auto #4)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30566" y="3364992"/>
            <a:ext cx="2533756" cy="274320"/>
          </a:xfrm>
          <a:prstGeom prst="rect">
            <a:avLst/>
          </a:prstGeom>
          <a:solidFill>
            <a:srgbClr val="2E5FA3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476286" y="3383280"/>
            <a:ext cx="24423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CIOC (Auto #5)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37317" y="3685032"/>
            <a:ext cx="1520254" cy="137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2976637" y="3685032"/>
            <a:ext cx="12801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4405451" y="3685032"/>
            <a:ext cx="12801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430566" y="3758184"/>
            <a:ext cx="804351" cy="155448"/>
          </a:xfrm>
          <a:prstGeom prst="rect">
            <a:avLst/>
          </a:prstGeom>
          <a:solidFill>
            <a:srgbClr val="2E5FA3"/>
          </a:solidFill>
          <a:ln w="50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2430566" y="3758184"/>
            <a:ext cx="80435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Calibri"/>
              </a:rPr>
              <a:t>CIOC-01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30566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2441539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2441539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2441539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2441539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441539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441539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2441539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2441539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2441539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2441539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2441539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441539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441539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2441539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2441539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2441539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2532939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2543912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43912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543912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2543912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2543912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2543912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2543912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2543912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43912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543912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2543912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2543912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2543912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2543912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2543912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43912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635312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2646285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2646285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2646285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2646285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2646285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2646285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2646285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2646285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2646285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2646285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2646285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2646285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2646285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2646285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2646285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2646285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2737685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2748657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2748657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2748657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2748657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2748657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2748657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2748657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2748657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2748657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2748657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2748657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2748657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2748657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2748657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2748657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2748657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2840057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2851030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2851030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2851030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2851030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2851030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2851030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2851030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2851030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2851030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2851030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2851030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2851030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2851030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2851030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2851030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2851030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2942430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2953403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2953403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2953403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2953403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2953403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2953403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2953403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2953403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2953403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2953403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2953403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2953403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2953403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2953403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2953403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2953403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ectangle 157"/>
          <p:cNvSpPr/>
          <p:nvPr/>
        </p:nvSpPr>
        <p:spPr>
          <a:xfrm>
            <a:off x="3044803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3055776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ectangle 159"/>
          <p:cNvSpPr/>
          <p:nvPr/>
        </p:nvSpPr>
        <p:spPr>
          <a:xfrm>
            <a:off x="3055776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ectangle 160"/>
          <p:cNvSpPr/>
          <p:nvPr/>
        </p:nvSpPr>
        <p:spPr>
          <a:xfrm>
            <a:off x="3055776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Rectangle 161"/>
          <p:cNvSpPr/>
          <p:nvPr/>
        </p:nvSpPr>
        <p:spPr>
          <a:xfrm>
            <a:off x="3055776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3055776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3055776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3055776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3055776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3055776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3055776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3055776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3055776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3055776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3055776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3055776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3055776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3147176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3158149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3158149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3158149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3158149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3158149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3158149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Rectangle 181"/>
          <p:cNvSpPr/>
          <p:nvPr/>
        </p:nvSpPr>
        <p:spPr>
          <a:xfrm>
            <a:off x="3158149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ectangle 182"/>
          <p:cNvSpPr/>
          <p:nvPr/>
        </p:nvSpPr>
        <p:spPr>
          <a:xfrm>
            <a:off x="3158149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ectangle 183"/>
          <p:cNvSpPr/>
          <p:nvPr/>
        </p:nvSpPr>
        <p:spPr>
          <a:xfrm>
            <a:off x="3158149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Rectangle 184"/>
          <p:cNvSpPr/>
          <p:nvPr/>
        </p:nvSpPr>
        <p:spPr>
          <a:xfrm>
            <a:off x="3158149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ectangle 185"/>
          <p:cNvSpPr/>
          <p:nvPr/>
        </p:nvSpPr>
        <p:spPr>
          <a:xfrm>
            <a:off x="3158149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ectangle 186"/>
          <p:cNvSpPr/>
          <p:nvPr/>
        </p:nvSpPr>
        <p:spPr>
          <a:xfrm>
            <a:off x="3158149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3158149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3158149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3158149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3158149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3253206" y="3758184"/>
            <a:ext cx="9144" cy="215798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3280638" y="3758184"/>
            <a:ext cx="804351" cy="155448"/>
          </a:xfrm>
          <a:prstGeom prst="rect">
            <a:avLst/>
          </a:prstGeom>
          <a:solidFill>
            <a:srgbClr val="2E5FA3"/>
          </a:solidFill>
          <a:ln w="50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TextBox 193"/>
          <p:cNvSpPr txBox="1"/>
          <p:nvPr/>
        </p:nvSpPr>
        <p:spPr>
          <a:xfrm>
            <a:off x="3280638" y="3758184"/>
            <a:ext cx="80435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Calibri"/>
              </a:rPr>
              <a:t>CIOC-02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280638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3291611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3291611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3291611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3291611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3291611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3291611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3291611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3291611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3291611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3291611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3291611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3291611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3291611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3291611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3291611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3291611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3383011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3393984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3393984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3393984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3393984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3393984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3393984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Rectangle 218"/>
          <p:cNvSpPr/>
          <p:nvPr/>
        </p:nvSpPr>
        <p:spPr>
          <a:xfrm>
            <a:off x="3393984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ectangle 219"/>
          <p:cNvSpPr/>
          <p:nvPr/>
        </p:nvSpPr>
        <p:spPr>
          <a:xfrm>
            <a:off x="3393984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Rectangle 220"/>
          <p:cNvSpPr/>
          <p:nvPr/>
        </p:nvSpPr>
        <p:spPr>
          <a:xfrm>
            <a:off x="3393984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3393984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ectangle 222"/>
          <p:cNvSpPr/>
          <p:nvPr/>
        </p:nvSpPr>
        <p:spPr>
          <a:xfrm>
            <a:off x="3393984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ectangle 223"/>
          <p:cNvSpPr/>
          <p:nvPr/>
        </p:nvSpPr>
        <p:spPr>
          <a:xfrm>
            <a:off x="3393984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3393984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Rectangle 225"/>
          <p:cNvSpPr/>
          <p:nvPr/>
        </p:nvSpPr>
        <p:spPr>
          <a:xfrm>
            <a:off x="3393984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ectangle 226"/>
          <p:cNvSpPr/>
          <p:nvPr/>
        </p:nvSpPr>
        <p:spPr>
          <a:xfrm>
            <a:off x="3393984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Rectangle 227"/>
          <p:cNvSpPr/>
          <p:nvPr/>
        </p:nvSpPr>
        <p:spPr>
          <a:xfrm>
            <a:off x="3393984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Rectangle 228"/>
          <p:cNvSpPr/>
          <p:nvPr/>
        </p:nvSpPr>
        <p:spPr>
          <a:xfrm>
            <a:off x="3485384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Rectangle 229"/>
          <p:cNvSpPr/>
          <p:nvPr/>
        </p:nvSpPr>
        <p:spPr>
          <a:xfrm>
            <a:off x="3496356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Rectangle 230"/>
          <p:cNvSpPr/>
          <p:nvPr/>
        </p:nvSpPr>
        <p:spPr>
          <a:xfrm>
            <a:off x="3496356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Rectangle 231"/>
          <p:cNvSpPr/>
          <p:nvPr/>
        </p:nvSpPr>
        <p:spPr>
          <a:xfrm>
            <a:off x="3496356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Rectangle 232"/>
          <p:cNvSpPr/>
          <p:nvPr/>
        </p:nvSpPr>
        <p:spPr>
          <a:xfrm>
            <a:off x="3496356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Rectangle 233"/>
          <p:cNvSpPr/>
          <p:nvPr/>
        </p:nvSpPr>
        <p:spPr>
          <a:xfrm>
            <a:off x="3496356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Rectangle 234"/>
          <p:cNvSpPr/>
          <p:nvPr/>
        </p:nvSpPr>
        <p:spPr>
          <a:xfrm>
            <a:off x="3496356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Rectangle 235"/>
          <p:cNvSpPr/>
          <p:nvPr/>
        </p:nvSpPr>
        <p:spPr>
          <a:xfrm>
            <a:off x="3496356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Rectangle 236"/>
          <p:cNvSpPr/>
          <p:nvPr/>
        </p:nvSpPr>
        <p:spPr>
          <a:xfrm>
            <a:off x="3496356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Rectangle 237"/>
          <p:cNvSpPr/>
          <p:nvPr/>
        </p:nvSpPr>
        <p:spPr>
          <a:xfrm>
            <a:off x="3496356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Rectangle 238"/>
          <p:cNvSpPr/>
          <p:nvPr/>
        </p:nvSpPr>
        <p:spPr>
          <a:xfrm>
            <a:off x="3496356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ectangle 239"/>
          <p:cNvSpPr/>
          <p:nvPr/>
        </p:nvSpPr>
        <p:spPr>
          <a:xfrm>
            <a:off x="3496356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3496356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Rectangle 241"/>
          <p:cNvSpPr/>
          <p:nvPr/>
        </p:nvSpPr>
        <p:spPr>
          <a:xfrm>
            <a:off x="3496356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Rectangle 242"/>
          <p:cNvSpPr/>
          <p:nvPr/>
        </p:nvSpPr>
        <p:spPr>
          <a:xfrm>
            <a:off x="3496356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Rectangle 243"/>
          <p:cNvSpPr/>
          <p:nvPr/>
        </p:nvSpPr>
        <p:spPr>
          <a:xfrm>
            <a:off x="3496356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Rectangle 244"/>
          <p:cNvSpPr/>
          <p:nvPr/>
        </p:nvSpPr>
        <p:spPr>
          <a:xfrm>
            <a:off x="3496356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3587756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Rectangle 246"/>
          <p:cNvSpPr/>
          <p:nvPr/>
        </p:nvSpPr>
        <p:spPr>
          <a:xfrm>
            <a:off x="3598729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Rectangle 247"/>
          <p:cNvSpPr/>
          <p:nvPr/>
        </p:nvSpPr>
        <p:spPr>
          <a:xfrm>
            <a:off x="3598729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Rectangle 248"/>
          <p:cNvSpPr/>
          <p:nvPr/>
        </p:nvSpPr>
        <p:spPr>
          <a:xfrm>
            <a:off x="3598729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Rectangle 249"/>
          <p:cNvSpPr/>
          <p:nvPr/>
        </p:nvSpPr>
        <p:spPr>
          <a:xfrm>
            <a:off x="3598729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Rectangle 250"/>
          <p:cNvSpPr/>
          <p:nvPr/>
        </p:nvSpPr>
        <p:spPr>
          <a:xfrm>
            <a:off x="3598729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Rectangle 251"/>
          <p:cNvSpPr/>
          <p:nvPr/>
        </p:nvSpPr>
        <p:spPr>
          <a:xfrm>
            <a:off x="3598729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Rectangle 252"/>
          <p:cNvSpPr/>
          <p:nvPr/>
        </p:nvSpPr>
        <p:spPr>
          <a:xfrm>
            <a:off x="3598729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Rectangle 253"/>
          <p:cNvSpPr/>
          <p:nvPr/>
        </p:nvSpPr>
        <p:spPr>
          <a:xfrm>
            <a:off x="3598729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Rectangle 254"/>
          <p:cNvSpPr/>
          <p:nvPr/>
        </p:nvSpPr>
        <p:spPr>
          <a:xfrm>
            <a:off x="3598729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Rectangle 255"/>
          <p:cNvSpPr/>
          <p:nvPr/>
        </p:nvSpPr>
        <p:spPr>
          <a:xfrm>
            <a:off x="3598729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Rectangle 256"/>
          <p:cNvSpPr/>
          <p:nvPr/>
        </p:nvSpPr>
        <p:spPr>
          <a:xfrm>
            <a:off x="3598729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Rectangle 257"/>
          <p:cNvSpPr/>
          <p:nvPr/>
        </p:nvSpPr>
        <p:spPr>
          <a:xfrm>
            <a:off x="3598729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Rectangle 258"/>
          <p:cNvSpPr/>
          <p:nvPr/>
        </p:nvSpPr>
        <p:spPr>
          <a:xfrm>
            <a:off x="3598729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Rectangle 259"/>
          <p:cNvSpPr/>
          <p:nvPr/>
        </p:nvSpPr>
        <p:spPr>
          <a:xfrm>
            <a:off x="3598729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Rectangle 260"/>
          <p:cNvSpPr/>
          <p:nvPr/>
        </p:nvSpPr>
        <p:spPr>
          <a:xfrm>
            <a:off x="3598729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Rectangle 261"/>
          <p:cNvSpPr/>
          <p:nvPr/>
        </p:nvSpPr>
        <p:spPr>
          <a:xfrm>
            <a:off x="3598729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Rectangle 262"/>
          <p:cNvSpPr/>
          <p:nvPr/>
        </p:nvSpPr>
        <p:spPr>
          <a:xfrm>
            <a:off x="3690129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Rectangle 263"/>
          <p:cNvSpPr/>
          <p:nvPr/>
        </p:nvSpPr>
        <p:spPr>
          <a:xfrm>
            <a:off x="3701102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Rectangle 264"/>
          <p:cNvSpPr/>
          <p:nvPr/>
        </p:nvSpPr>
        <p:spPr>
          <a:xfrm>
            <a:off x="3701102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Rectangle 265"/>
          <p:cNvSpPr/>
          <p:nvPr/>
        </p:nvSpPr>
        <p:spPr>
          <a:xfrm>
            <a:off x="3701102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Rectangle 266"/>
          <p:cNvSpPr/>
          <p:nvPr/>
        </p:nvSpPr>
        <p:spPr>
          <a:xfrm>
            <a:off x="3701102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Rectangle 267"/>
          <p:cNvSpPr/>
          <p:nvPr/>
        </p:nvSpPr>
        <p:spPr>
          <a:xfrm>
            <a:off x="3701102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Rectangle 268"/>
          <p:cNvSpPr/>
          <p:nvPr/>
        </p:nvSpPr>
        <p:spPr>
          <a:xfrm>
            <a:off x="3701102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Rectangle 269"/>
          <p:cNvSpPr/>
          <p:nvPr/>
        </p:nvSpPr>
        <p:spPr>
          <a:xfrm>
            <a:off x="3701102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Rectangle 270"/>
          <p:cNvSpPr/>
          <p:nvPr/>
        </p:nvSpPr>
        <p:spPr>
          <a:xfrm>
            <a:off x="3701102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Rectangle 271"/>
          <p:cNvSpPr/>
          <p:nvPr/>
        </p:nvSpPr>
        <p:spPr>
          <a:xfrm>
            <a:off x="3701102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Rectangle 272"/>
          <p:cNvSpPr/>
          <p:nvPr/>
        </p:nvSpPr>
        <p:spPr>
          <a:xfrm>
            <a:off x="3701102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Rectangle 273"/>
          <p:cNvSpPr/>
          <p:nvPr/>
        </p:nvSpPr>
        <p:spPr>
          <a:xfrm>
            <a:off x="3701102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Rectangle 274"/>
          <p:cNvSpPr/>
          <p:nvPr/>
        </p:nvSpPr>
        <p:spPr>
          <a:xfrm>
            <a:off x="3701102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Rectangle 275"/>
          <p:cNvSpPr/>
          <p:nvPr/>
        </p:nvSpPr>
        <p:spPr>
          <a:xfrm>
            <a:off x="3701102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Rectangle 276"/>
          <p:cNvSpPr/>
          <p:nvPr/>
        </p:nvSpPr>
        <p:spPr>
          <a:xfrm>
            <a:off x="3701102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Rectangle 277"/>
          <p:cNvSpPr/>
          <p:nvPr/>
        </p:nvSpPr>
        <p:spPr>
          <a:xfrm>
            <a:off x="3701102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Rectangle 278"/>
          <p:cNvSpPr/>
          <p:nvPr/>
        </p:nvSpPr>
        <p:spPr>
          <a:xfrm>
            <a:off x="3701102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Rectangle 279"/>
          <p:cNvSpPr/>
          <p:nvPr/>
        </p:nvSpPr>
        <p:spPr>
          <a:xfrm>
            <a:off x="3792502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Rectangle 280"/>
          <p:cNvSpPr/>
          <p:nvPr/>
        </p:nvSpPr>
        <p:spPr>
          <a:xfrm>
            <a:off x="3803475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Rectangle 281"/>
          <p:cNvSpPr/>
          <p:nvPr/>
        </p:nvSpPr>
        <p:spPr>
          <a:xfrm>
            <a:off x="3803475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Rectangle 282"/>
          <p:cNvSpPr/>
          <p:nvPr/>
        </p:nvSpPr>
        <p:spPr>
          <a:xfrm>
            <a:off x="3803475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Rectangle 283"/>
          <p:cNvSpPr/>
          <p:nvPr/>
        </p:nvSpPr>
        <p:spPr>
          <a:xfrm>
            <a:off x="3803475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Rectangle 284"/>
          <p:cNvSpPr/>
          <p:nvPr/>
        </p:nvSpPr>
        <p:spPr>
          <a:xfrm>
            <a:off x="3803475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Rectangle 285"/>
          <p:cNvSpPr/>
          <p:nvPr/>
        </p:nvSpPr>
        <p:spPr>
          <a:xfrm>
            <a:off x="3803475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Rectangle 286"/>
          <p:cNvSpPr/>
          <p:nvPr/>
        </p:nvSpPr>
        <p:spPr>
          <a:xfrm>
            <a:off x="3803475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Rectangle 287"/>
          <p:cNvSpPr/>
          <p:nvPr/>
        </p:nvSpPr>
        <p:spPr>
          <a:xfrm>
            <a:off x="3803475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Rectangle 288"/>
          <p:cNvSpPr/>
          <p:nvPr/>
        </p:nvSpPr>
        <p:spPr>
          <a:xfrm>
            <a:off x="3803475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Rectangle 289"/>
          <p:cNvSpPr/>
          <p:nvPr/>
        </p:nvSpPr>
        <p:spPr>
          <a:xfrm>
            <a:off x="3803475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Rectangle 290"/>
          <p:cNvSpPr/>
          <p:nvPr/>
        </p:nvSpPr>
        <p:spPr>
          <a:xfrm>
            <a:off x="3803475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Rectangle 291"/>
          <p:cNvSpPr/>
          <p:nvPr/>
        </p:nvSpPr>
        <p:spPr>
          <a:xfrm>
            <a:off x="3803475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Rectangle 292"/>
          <p:cNvSpPr/>
          <p:nvPr/>
        </p:nvSpPr>
        <p:spPr>
          <a:xfrm>
            <a:off x="3803475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Rectangle 293"/>
          <p:cNvSpPr/>
          <p:nvPr/>
        </p:nvSpPr>
        <p:spPr>
          <a:xfrm>
            <a:off x="3803475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Rectangle 294"/>
          <p:cNvSpPr/>
          <p:nvPr/>
        </p:nvSpPr>
        <p:spPr>
          <a:xfrm>
            <a:off x="3803475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Rectangle 295"/>
          <p:cNvSpPr/>
          <p:nvPr/>
        </p:nvSpPr>
        <p:spPr>
          <a:xfrm>
            <a:off x="3803475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7" name="Rectangle 296"/>
          <p:cNvSpPr/>
          <p:nvPr/>
        </p:nvSpPr>
        <p:spPr>
          <a:xfrm>
            <a:off x="3894875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8" name="Rectangle 297"/>
          <p:cNvSpPr/>
          <p:nvPr/>
        </p:nvSpPr>
        <p:spPr>
          <a:xfrm>
            <a:off x="3905848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Rectangle 298"/>
          <p:cNvSpPr/>
          <p:nvPr/>
        </p:nvSpPr>
        <p:spPr>
          <a:xfrm>
            <a:off x="3905848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Rectangle 299"/>
          <p:cNvSpPr/>
          <p:nvPr/>
        </p:nvSpPr>
        <p:spPr>
          <a:xfrm>
            <a:off x="3905848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1" name="Rectangle 300"/>
          <p:cNvSpPr/>
          <p:nvPr/>
        </p:nvSpPr>
        <p:spPr>
          <a:xfrm>
            <a:off x="3905848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Rectangle 301"/>
          <p:cNvSpPr/>
          <p:nvPr/>
        </p:nvSpPr>
        <p:spPr>
          <a:xfrm>
            <a:off x="3905848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3" name="Rectangle 302"/>
          <p:cNvSpPr/>
          <p:nvPr/>
        </p:nvSpPr>
        <p:spPr>
          <a:xfrm>
            <a:off x="3905848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Rectangle 303"/>
          <p:cNvSpPr/>
          <p:nvPr/>
        </p:nvSpPr>
        <p:spPr>
          <a:xfrm>
            <a:off x="3905848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Rectangle 304"/>
          <p:cNvSpPr/>
          <p:nvPr/>
        </p:nvSpPr>
        <p:spPr>
          <a:xfrm>
            <a:off x="3905848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6" name="Rectangle 305"/>
          <p:cNvSpPr/>
          <p:nvPr/>
        </p:nvSpPr>
        <p:spPr>
          <a:xfrm>
            <a:off x="3905848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Rectangle 306"/>
          <p:cNvSpPr/>
          <p:nvPr/>
        </p:nvSpPr>
        <p:spPr>
          <a:xfrm>
            <a:off x="3905848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Rectangle 307"/>
          <p:cNvSpPr/>
          <p:nvPr/>
        </p:nvSpPr>
        <p:spPr>
          <a:xfrm>
            <a:off x="3905848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Rectangle 308"/>
          <p:cNvSpPr/>
          <p:nvPr/>
        </p:nvSpPr>
        <p:spPr>
          <a:xfrm>
            <a:off x="3905848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0" name="Rectangle 309"/>
          <p:cNvSpPr/>
          <p:nvPr/>
        </p:nvSpPr>
        <p:spPr>
          <a:xfrm>
            <a:off x="3905848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1" name="Rectangle 310"/>
          <p:cNvSpPr/>
          <p:nvPr/>
        </p:nvSpPr>
        <p:spPr>
          <a:xfrm>
            <a:off x="3905848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Rectangle 311"/>
          <p:cNvSpPr/>
          <p:nvPr/>
        </p:nvSpPr>
        <p:spPr>
          <a:xfrm>
            <a:off x="3905848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Rectangle 312"/>
          <p:cNvSpPr/>
          <p:nvPr/>
        </p:nvSpPr>
        <p:spPr>
          <a:xfrm>
            <a:off x="3905848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Rectangle 313"/>
          <p:cNvSpPr/>
          <p:nvPr/>
        </p:nvSpPr>
        <p:spPr>
          <a:xfrm>
            <a:off x="3997248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Rectangle 314"/>
          <p:cNvSpPr/>
          <p:nvPr/>
        </p:nvSpPr>
        <p:spPr>
          <a:xfrm>
            <a:off x="4008220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Rectangle 315"/>
          <p:cNvSpPr/>
          <p:nvPr/>
        </p:nvSpPr>
        <p:spPr>
          <a:xfrm>
            <a:off x="4008220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Rectangle 316"/>
          <p:cNvSpPr/>
          <p:nvPr/>
        </p:nvSpPr>
        <p:spPr>
          <a:xfrm>
            <a:off x="4008220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Rectangle 317"/>
          <p:cNvSpPr/>
          <p:nvPr/>
        </p:nvSpPr>
        <p:spPr>
          <a:xfrm>
            <a:off x="4008220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Rectangle 318"/>
          <p:cNvSpPr/>
          <p:nvPr/>
        </p:nvSpPr>
        <p:spPr>
          <a:xfrm>
            <a:off x="4008220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Rectangle 319"/>
          <p:cNvSpPr/>
          <p:nvPr/>
        </p:nvSpPr>
        <p:spPr>
          <a:xfrm>
            <a:off x="4008220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Rectangle 320"/>
          <p:cNvSpPr/>
          <p:nvPr/>
        </p:nvSpPr>
        <p:spPr>
          <a:xfrm>
            <a:off x="4008220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Rectangle 321"/>
          <p:cNvSpPr/>
          <p:nvPr/>
        </p:nvSpPr>
        <p:spPr>
          <a:xfrm>
            <a:off x="4008220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Rectangle 322"/>
          <p:cNvSpPr/>
          <p:nvPr/>
        </p:nvSpPr>
        <p:spPr>
          <a:xfrm>
            <a:off x="4008220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Rectangle 323"/>
          <p:cNvSpPr/>
          <p:nvPr/>
        </p:nvSpPr>
        <p:spPr>
          <a:xfrm>
            <a:off x="4008220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Rectangle 324"/>
          <p:cNvSpPr/>
          <p:nvPr/>
        </p:nvSpPr>
        <p:spPr>
          <a:xfrm>
            <a:off x="4008220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6" name="Rectangle 325"/>
          <p:cNvSpPr/>
          <p:nvPr/>
        </p:nvSpPr>
        <p:spPr>
          <a:xfrm>
            <a:off x="4008220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Rectangle 326"/>
          <p:cNvSpPr/>
          <p:nvPr/>
        </p:nvSpPr>
        <p:spPr>
          <a:xfrm>
            <a:off x="4008220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8" name="Rectangle 327"/>
          <p:cNvSpPr/>
          <p:nvPr/>
        </p:nvSpPr>
        <p:spPr>
          <a:xfrm>
            <a:off x="4008220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Rectangle 328"/>
          <p:cNvSpPr/>
          <p:nvPr/>
        </p:nvSpPr>
        <p:spPr>
          <a:xfrm>
            <a:off x="4008220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0" name="Rectangle 329"/>
          <p:cNvSpPr/>
          <p:nvPr/>
        </p:nvSpPr>
        <p:spPr>
          <a:xfrm>
            <a:off x="4008220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1" name="Rectangle 330"/>
          <p:cNvSpPr/>
          <p:nvPr/>
        </p:nvSpPr>
        <p:spPr>
          <a:xfrm>
            <a:off x="4103278" y="3758184"/>
            <a:ext cx="9144" cy="2157983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2" name="Rectangle 331"/>
          <p:cNvSpPr/>
          <p:nvPr/>
        </p:nvSpPr>
        <p:spPr>
          <a:xfrm>
            <a:off x="4130710" y="3758184"/>
            <a:ext cx="804351" cy="155448"/>
          </a:xfrm>
          <a:prstGeom prst="rect">
            <a:avLst/>
          </a:prstGeom>
          <a:solidFill>
            <a:srgbClr val="2E5FA3"/>
          </a:solidFill>
          <a:ln w="50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TextBox 332"/>
          <p:cNvSpPr txBox="1"/>
          <p:nvPr/>
        </p:nvSpPr>
        <p:spPr>
          <a:xfrm>
            <a:off x="4130710" y="3758184"/>
            <a:ext cx="80435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Calibri"/>
              </a:rPr>
              <a:t>CIOC-03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130710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5" name="Rectangle 334"/>
          <p:cNvSpPr/>
          <p:nvPr/>
        </p:nvSpPr>
        <p:spPr>
          <a:xfrm>
            <a:off x="4141683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Rectangle 335"/>
          <p:cNvSpPr/>
          <p:nvPr/>
        </p:nvSpPr>
        <p:spPr>
          <a:xfrm>
            <a:off x="4141683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Rectangle 336"/>
          <p:cNvSpPr/>
          <p:nvPr/>
        </p:nvSpPr>
        <p:spPr>
          <a:xfrm>
            <a:off x="4141683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8" name="Rectangle 337"/>
          <p:cNvSpPr/>
          <p:nvPr/>
        </p:nvSpPr>
        <p:spPr>
          <a:xfrm>
            <a:off x="4141683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Rectangle 338"/>
          <p:cNvSpPr/>
          <p:nvPr/>
        </p:nvSpPr>
        <p:spPr>
          <a:xfrm>
            <a:off x="4141683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Rectangle 339"/>
          <p:cNvSpPr/>
          <p:nvPr/>
        </p:nvSpPr>
        <p:spPr>
          <a:xfrm>
            <a:off x="4141683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Rectangle 340"/>
          <p:cNvSpPr/>
          <p:nvPr/>
        </p:nvSpPr>
        <p:spPr>
          <a:xfrm>
            <a:off x="4141683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2" name="Rectangle 341"/>
          <p:cNvSpPr/>
          <p:nvPr/>
        </p:nvSpPr>
        <p:spPr>
          <a:xfrm>
            <a:off x="4141683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3" name="Rectangle 342"/>
          <p:cNvSpPr/>
          <p:nvPr/>
        </p:nvSpPr>
        <p:spPr>
          <a:xfrm>
            <a:off x="4141683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4" name="Rectangle 343"/>
          <p:cNvSpPr/>
          <p:nvPr/>
        </p:nvSpPr>
        <p:spPr>
          <a:xfrm>
            <a:off x="4141683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5" name="Rectangle 344"/>
          <p:cNvSpPr/>
          <p:nvPr/>
        </p:nvSpPr>
        <p:spPr>
          <a:xfrm>
            <a:off x="4141683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6" name="Rectangle 345"/>
          <p:cNvSpPr/>
          <p:nvPr/>
        </p:nvSpPr>
        <p:spPr>
          <a:xfrm>
            <a:off x="4141683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7" name="Rectangle 346"/>
          <p:cNvSpPr/>
          <p:nvPr/>
        </p:nvSpPr>
        <p:spPr>
          <a:xfrm>
            <a:off x="4141683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8" name="Rectangle 347"/>
          <p:cNvSpPr/>
          <p:nvPr/>
        </p:nvSpPr>
        <p:spPr>
          <a:xfrm>
            <a:off x="4141683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Rectangle 348"/>
          <p:cNvSpPr/>
          <p:nvPr/>
        </p:nvSpPr>
        <p:spPr>
          <a:xfrm>
            <a:off x="4141683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Rectangle 349"/>
          <p:cNvSpPr/>
          <p:nvPr/>
        </p:nvSpPr>
        <p:spPr>
          <a:xfrm>
            <a:off x="4141683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Rectangle 350"/>
          <p:cNvSpPr/>
          <p:nvPr/>
        </p:nvSpPr>
        <p:spPr>
          <a:xfrm>
            <a:off x="4233083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Rectangle 351"/>
          <p:cNvSpPr/>
          <p:nvPr/>
        </p:nvSpPr>
        <p:spPr>
          <a:xfrm>
            <a:off x="4244056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Rectangle 352"/>
          <p:cNvSpPr/>
          <p:nvPr/>
        </p:nvSpPr>
        <p:spPr>
          <a:xfrm>
            <a:off x="4244056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Rectangle 353"/>
          <p:cNvSpPr/>
          <p:nvPr/>
        </p:nvSpPr>
        <p:spPr>
          <a:xfrm>
            <a:off x="4244056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Rectangle 354"/>
          <p:cNvSpPr/>
          <p:nvPr/>
        </p:nvSpPr>
        <p:spPr>
          <a:xfrm>
            <a:off x="4244056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Rectangle 355"/>
          <p:cNvSpPr/>
          <p:nvPr/>
        </p:nvSpPr>
        <p:spPr>
          <a:xfrm>
            <a:off x="4244056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Rectangle 356"/>
          <p:cNvSpPr/>
          <p:nvPr/>
        </p:nvSpPr>
        <p:spPr>
          <a:xfrm>
            <a:off x="4244056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Rectangle 357"/>
          <p:cNvSpPr/>
          <p:nvPr/>
        </p:nvSpPr>
        <p:spPr>
          <a:xfrm>
            <a:off x="4244056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9" name="Rectangle 358"/>
          <p:cNvSpPr/>
          <p:nvPr/>
        </p:nvSpPr>
        <p:spPr>
          <a:xfrm>
            <a:off x="4244056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Rectangle 359"/>
          <p:cNvSpPr/>
          <p:nvPr/>
        </p:nvSpPr>
        <p:spPr>
          <a:xfrm>
            <a:off x="4244056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Rectangle 360"/>
          <p:cNvSpPr/>
          <p:nvPr/>
        </p:nvSpPr>
        <p:spPr>
          <a:xfrm>
            <a:off x="4244056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Rectangle 361"/>
          <p:cNvSpPr/>
          <p:nvPr/>
        </p:nvSpPr>
        <p:spPr>
          <a:xfrm>
            <a:off x="4244056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Rectangle 362"/>
          <p:cNvSpPr/>
          <p:nvPr/>
        </p:nvSpPr>
        <p:spPr>
          <a:xfrm>
            <a:off x="4244056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Rectangle 363"/>
          <p:cNvSpPr/>
          <p:nvPr/>
        </p:nvSpPr>
        <p:spPr>
          <a:xfrm>
            <a:off x="4244056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5" name="Rectangle 364"/>
          <p:cNvSpPr/>
          <p:nvPr/>
        </p:nvSpPr>
        <p:spPr>
          <a:xfrm>
            <a:off x="4244056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6" name="Rectangle 365"/>
          <p:cNvSpPr/>
          <p:nvPr/>
        </p:nvSpPr>
        <p:spPr>
          <a:xfrm>
            <a:off x="4244056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7" name="Rectangle 366"/>
          <p:cNvSpPr/>
          <p:nvPr/>
        </p:nvSpPr>
        <p:spPr>
          <a:xfrm>
            <a:off x="4244056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8" name="Rectangle 367"/>
          <p:cNvSpPr/>
          <p:nvPr/>
        </p:nvSpPr>
        <p:spPr>
          <a:xfrm>
            <a:off x="4335456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Rectangle 368"/>
          <p:cNvSpPr/>
          <p:nvPr/>
        </p:nvSpPr>
        <p:spPr>
          <a:xfrm>
            <a:off x="4346428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0" name="Rectangle 369"/>
          <p:cNvSpPr/>
          <p:nvPr/>
        </p:nvSpPr>
        <p:spPr>
          <a:xfrm>
            <a:off x="4346428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1" name="Rectangle 370"/>
          <p:cNvSpPr/>
          <p:nvPr/>
        </p:nvSpPr>
        <p:spPr>
          <a:xfrm>
            <a:off x="4346428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2" name="Rectangle 371"/>
          <p:cNvSpPr/>
          <p:nvPr/>
        </p:nvSpPr>
        <p:spPr>
          <a:xfrm>
            <a:off x="4346428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Rectangle 372"/>
          <p:cNvSpPr/>
          <p:nvPr/>
        </p:nvSpPr>
        <p:spPr>
          <a:xfrm>
            <a:off x="4346428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Rectangle 373"/>
          <p:cNvSpPr/>
          <p:nvPr/>
        </p:nvSpPr>
        <p:spPr>
          <a:xfrm>
            <a:off x="4346428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Rectangle 374"/>
          <p:cNvSpPr/>
          <p:nvPr/>
        </p:nvSpPr>
        <p:spPr>
          <a:xfrm>
            <a:off x="4346428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Rectangle 375"/>
          <p:cNvSpPr/>
          <p:nvPr/>
        </p:nvSpPr>
        <p:spPr>
          <a:xfrm>
            <a:off x="4346428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Rectangle 376"/>
          <p:cNvSpPr/>
          <p:nvPr/>
        </p:nvSpPr>
        <p:spPr>
          <a:xfrm>
            <a:off x="4346428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8" name="Rectangle 377"/>
          <p:cNvSpPr/>
          <p:nvPr/>
        </p:nvSpPr>
        <p:spPr>
          <a:xfrm>
            <a:off x="4346428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9" name="Rectangle 378"/>
          <p:cNvSpPr/>
          <p:nvPr/>
        </p:nvSpPr>
        <p:spPr>
          <a:xfrm>
            <a:off x="4346428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0" name="Rectangle 379"/>
          <p:cNvSpPr/>
          <p:nvPr/>
        </p:nvSpPr>
        <p:spPr>
          <a:xfrm>
            <a:off x="4346428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1" name="Rectangle 380"/>
          <p:cNvSpPr/>
          <p:nvPr/>
        </p:nvSpPr>
        <p:spPr>
          <a:xfrm>
            <a:off x="4346428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2" name="Rectangle 381"/>
          <p:cNvSpPr/>
          <p:nvPr/>
        </p:nvSpPr>
        <p:spPr>
          <a:xfrm>
            <a:off x="4346428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3" name="Rectangle 382"/>
          <p:cNvSpPr/>
          <p:nvPr/>
        </p:nvSpPr>
        <p:spPr>
          <a:xfrm>
            <a:off x="4346428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Rectangle 383"/>
          <p:cNvSpPr/>
          <p:nvPr/>
        </p:nvSpPr>
        <p:spPr>
          <a:xfrm>
            <a:off x="4346428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5" name="Rectangle 384"/>
          <p:cNvSpPr/>
          <p:nvPr/>
        </p:nvSpPr>
        <p:spPr>
          <a:xfrm>
            <a:off x="4437828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6" name="Rectangle 385"/>
          <p:cNvSpPr/>
          <p:nvPr/>
        </p:nvSpPr>
        <p:spPr>
          <a:xfrm>
            <a:off x="4448801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7" name="Rectangle 386"/>
          <p:cNvSpPr/>
          <p:nvPr/>
        </p:nvSpPr>
        <p:spPr>
          <a:xfrm>
            <a:off x="4448801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8" name="Rectangle 387"/>
          <p:cNvSpPr/>
          <p:nvPr/>
        </p:nvSpPr>
        <p:spPr>
          <a:xfrm>
            <a:off x="4448801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9" name="Rectangle 388"/>
          <p:cNvSpPr/>
          <p:nvPr/>
        </p:nvSpPr>
        <p:spPr>
          <a:xfrm>
            <a:off x="4448801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0" name="Rectangle 389"/>
          <p:cNvSpPr/>
          <p:nvPr/>
        </p:nvSpPr>
        <p:spPr>
          <a:xfrm>
            <a:off x="4448801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1" name="Rectangle 390"/>
          <p:cNvSpPr/>
          <p:nvPr/>
        </p:nvSpPr>
        <p:spPr>
          <a:xfrm>
            <a:off x="4448801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2" name="Rectangle 391"/>
          <p:cNvSpPr/>
          <p:nvPr/>
        </p:nvSpPr>
        <p:spPr>
          <a:xfrm>
            <a:off x="4448801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3" name="Rectangle 392"/>
          <p:cNvSpPr/>
          <p:nvPr/>
        </p:nvSpPr>
        <p:spPr>
          <a:xfrm>
            <a:off x="4448801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4" name="Rectangle 393"/>
          <p:cNvSpPr/>
          <p:nvPr/>
        </p:nvSpPr>
        <p:spPr>
          <a:xfrm>
            <a:off x="4448801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5" name="Rectangle 394"/>
          <p:cNvSpPr/>
          <p:nvPr/>
        </p:nvSpPr>
        <p:spPr>
          <a:xfrm>
            <a:off x="4448801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6" name="Rectangle 395"/>
          <p:cNvSpPr/>
          <p:nvPr/>
        </p:nvSpPr>
        <p:spPr>
          <a:xfrm>
            <a:off x="4448801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7" name="Rectangle 396"/>
          <p:cNvSpPr/>
          <p:nvPr/>
        </p:nvSpPr>
        <p:spPr>
          <a:xfrm>
            <a:off x="4448801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8" name="Rectangle 397"/>
          <p:cNvSpPr/>
          <p:nvPr/>
        </p:nvSpPr>
        <p:spPr>
          <a:xfrm>
            <a:off x="4448801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9" name="Rectangle 398"/>
          <p:cNvSpPr/>
          <p:nvPr/>
        </p:nvSpPr>
        <p:spPr>
          <a:xfrm>
            <a:off x="4448801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Rectangle 399"/>
          <p:cNvSpPr/>
          <p:nvPr/>
        </p:nvSpPr>
        <p:spPr>
          <a:xfrm>
            <a:off x="4448801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Rectangle 400"/>
          <p:cNvSpPr/>
          <p:nvPr/>
        </p:nvSpPr>
        <p:spPr>
          <a:xfrm>
            <a:off x="4448801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Rectangle 401"/>
          <p:cNvSpPr/>
          <p:nvPr/>
        </p:nvSpPr>
        <p:spPr>
          <a:xfrm>
            <a:off x="4540201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Rectangle 402"/>
          <p:cNvSpPr/>
          <p:nvPr/>
        </p:nvSpPr>
        <p:spPr>
          <a:xfrm>
            <a:off x="4551174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Rectangle 403"/>
          <p:cNvSpPr/>
          <p:nvPr/>
        </p:nvSpPr>
        <p:spPr>
          <a:xfrm>
            <a:off x="4551174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Rectangle 404"/>
          <p:cNvSpPr/>
          <p:nvPr/>
        </p:nvSpPr>
        <p:spPr>
          <a:xfrm>
            <a:off x="4551174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6" name="Rectangle 405"/>
          <p:cNvSpPr/>
          <p:nvPr/>
        </p:nvSpPr>
        <p:spPr>
          <a:xfrm>
            <a:off x="4551174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7" name="Rectangle 406"/>
          <p:cNvSpPr/>
          <p:nvPr/>
        </p:nvSpPr>
        <p:spPr>
          <a:xfrm>
            <a:off x="4551174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Rectangle 407"/>
          <p:cNvSpPr/>
          <p:nvPr/>
        </p:nvSpPr>
        <p:spPr>
          <a:xfrm>
            <a:off x="4551174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Rectangle 408"/>
          <p:cNvSpPr/>
          <p:nvPr/>
        </p:nvSpPr>
        <p:spPr>
          <a:xfrm>
            <a:off x="4551174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0" name="Rectangle 409"/>
          <p:cNvSpPr/>
          <p:nvPr/>
        </p:nvSpPr>
        <p:spPr>
          <a:xfrm>
            <a:off x="4551174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1" name="Rectangle 410"/>
          <p:cNvSpPr/>
          <p:nvPr/>
        </p:nvSpPr>
        <p:spPr>
          <a:xfrm>
            <a:off x="4551174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2" name="Rectangle 411"/>
          <p:cNvSpPr/>
          <p:nvPr/>
        </p:nvSpPr>
        <p:spPr>
          <a:xfrm>
            <a:off x="4551174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Rectangle 412"/>
          <p:cNvSpPr/>
          <p:nvPr/>
        </p:nvSpPr>
        <p:spPr>
          <a:xfrm>
            <a:off x="4551174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Rectangle 413"/>
          <p:cNvSpPr/>
          <p:nvPr/>
        </p:nvSpPr>
        <p:spPr>
          <a:xfrm>
            <a:off x="4551174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5" name="Rectangle 414"/>
          <p:cNvSpPr/>
          <p:nvPr/>
        </p:nvSpPr>
        <p:spPr>
          <a:xfrm>
            <a:off x="4551174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Rectangle 415"/>
          <p:cNvSpPr/>
          <p:nvPr/>
        </p:nvSpPr>
        <p:spPr>
          <a:xfrm>
            <a:off x="4551174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Rectangle 416"/>
          <p:cNvSpPr/>
          <p:nvPr/>
        </p:nvSpPr>
        <p:spPr>
          <a:xfrm>
            <a:off x="4551174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8" name="Rectangle 417"/>
          <p:cNvSpPr/>
          <p:nvPr/>
        </p:nvSpPr>
        <p:spPr>
          <a:xfrm>
            <a:off x="4551174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9" name="Rectangle 418"/>
          <p:cNvSpPr/>
          <p:nvPr/>
        </p:nvSpPr>
        <p:spPr>
          <a:xfrm>
            <a:off x="4642574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Rectangle 419"/>
          <p:cNvSpPr/>
          <p:nvPr/>
        </p:nvSpPr>
        <p:spPr>
          <a:xfrm>
            <a:off x="4653547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Rectangle 420"/>
          <p:cNvSpPr/>
          <p:nvPr/>
        </p:nvSpPr>
        <p:spPr>
          <a:xfrm>
            <a:off x="4653547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2" name="Rectangle 421"/>
          <p:cNvSpPr/>
          <p:nvPr/>
        </p:nvSpPr>
        <p:spPr>
          <a:xfrm>
            <a:off x="4653547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3" name="Rectangle 422"/>
          <p:cNvSpPr/>
          <p:nvPr/>
        </p:nvSpPr>
        <p:spPr>
          <a:xfrm>
            <a:off x="4653547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4" name="Rectangle 423"/>
          <p:cNvSpPr/>
          <p:nvPr/>
        </p:nvSpPr>
        <p:spPr>
          <a:xfrm>
            <a:off x="4653547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5" name="Rectangle 424"/>
          <p:cNvSpPr/>
          <p:nvPr/>
        </p:nvSpPr>
        <p:spPr>
          <a:xfrm>
            <a:off x="4653547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6" name="Rectangle 425"/>
          <p:cNvSpPr/>
          <p:nvPr/>
        </p:nvSpPr>
        <p:spPr>
          <a:xfrm>
            <a:off x="4653547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7" name="Rectangle 426"/>
          <p:cNvSpPr/>
          <p:nvPr/>
        </p:nvSpPr>
        <p:spPr>
          <a:xfrm>
            <a:off x="4653547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8" name="Rectangle 427"/>
          <p:cNvSpPr/>
          <p:nvPr/>
        </p:nvSpPr>
        <p:spPr>
          <a:xfrm>
            <a:off x="4653547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9" name="Rectangle 428"/>
          <p:cNvSpPr/>
          <p:nvPr/>
        </p:nvSpPr>
        <p:spPr>
          <a:xfrm>
            <a:off x="4653547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0" name="Rectangle 429"/>
          <p:cNvSpPr/>
          <p:nvPr/>
        </p:nvSpPr>
        <p:spPr>
          <a:xfrm>
            <a:off x="4653547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1" name="Rectangle 430"/>
          <p:cNvSpPr/>
          <p:nvPr/>
        </p:nvSpPr>
        <p:spPr>
          <a:xfrm>
            <a:off x="4653547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2" name="Rectangle 431"/>
          <p:cNvSpPr/>
          <p:nvPr/>
        </p:nvSpPr>
        <p:spPr>
          <a:xfrm>
            <a:off x="4653547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3" name="Rectangle 432"/>
          <p:cNvSpPr/>
          <p:nvPr/>
        </p:nvSpPr>
        <p:spPr>
          <a:xfrm>
            <a:off x="4653547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4" name="Rectangle 433"/>
          <p:cNvSpPr/>
          <p:nvPr/>
        </p:nvSpPr>
        <p:spPr>
          <a:xfrm>
            <a:off x="4653547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5" name="Rectangle 434"/>
          <p:cNvSpPr/>
          <p:nvPr/>
        </p:nvSpPr>
        <p:spPr>
          <a:xfrm>
            <a:off x="4653547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6" name="Rectangle 435"/>
          <p:cNvSpPr/>
          <p:nvPr/>
        </p:nvSpPr>
        <p:spPr>
          <a:xfrm>
            <a:off x="4744947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7" name="Rectangle 436"/>
          <p:cNvSpPr/>
          <p:nvPr/>
        </p:nvSpPr>
        <p:spPr>
          <a:xfrm>
            <a:off x="4755920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8" name="Rectangle 437"/>
          <p:cNvSpPr/>
          <p:nvPr/>
        </p:nvSpPr>
        <p:spPr>
          <a:xfrm>
            <a:off x="4755920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9" name="Rectangle 438"/>
          <p:cNvSpPr/>
          <p:nvPr/>
        </p:nvSpPr>
        <p:spPr>
          <a:xfrm>
            <a:off x="4755920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0" name="Rectangle 439"/>
          <p:cNvSpPr/>
          <p:nvPr/>
        </p:nvSpPr>
        <p:spPr>
          <a:xfrm>
            <a:off x="4755920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1" name="Rectangle 440"/>
          <p:cNvSpPr/>
          <p:nvPr/>
        </p:nvSpPr>
        <p:spPr>
          <a:xfrm>
            <a:off x="4755920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2" name="Rectangle 441"/>
          <p:cNvSpPr/>
          <p:nvPr/>
        </p:nvSpPr>
        <p:spPr>
          <a:xfrm>
            <a:off x="4755920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3" name="Rectangle 442"/>
          <p:cNvSpPr/>
          <p:nvPr/>
        </p:nvSpPr>
        <p:spPr>
          <a:xfrm>
            <a:off x="4755920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4" name="Rectangle 443"/>
          <p:cNvSpPr/>
          <p:nvPr/>
        </p:nvSpPr>
        <p:spPr>
          <a:xfrm>
            <a:off x="4755920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5" name="Rectangle 444"/>
          <p:cNvSpPr/>
          <p:nvPr/>
        </p:nvSpPr>
        <p:spPr>
          <a:xfrm>
            <a:off x="4755920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6" name="Rectangle 445"/>
          <p:cNvSpPr/>
          <p:nvPr/>
        </p:nvSpPr>
        <p:spPr>
          <a:xfrm>
            <a:off x="4755920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7" name="Rectangle 446"/>
          <p:cNvSpPr/>
          <p:nvPr/>
        </p:nvSpPr>
        <p:spPr>
          <a:xfrm>
            <a:off x="4755920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8" name="Rectangle 447"/>
          <p:cNvSpPr/>
          <p:nvPr/>
        </p:nvSpPr>
        <p:spPr>
          <a:xfrm>
            <a:off x="4755920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9" name="Rectangle 448"/>
          <p:cNvSpPr/>
          <p:nvPr/>
        </p:nvSpPr>
        <p:spPr>
          <a:xfrm>
            <a:off x="4755920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0" name="Rectangle 449"/>
          <p:cNvSpPr/>
          <p:nvPr/>
        </p:nvSpPr>
        <p:spPr>
          <a:xfrm>
            <a:off x="4755920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1" name="Rectangle 450"/>
          <p:cNvSpPr/>
          <p:nvPr/>
        </p:nvSpPr>
        <p:spPr>
          <a:xfrm>
            <a:off x="4755920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2" name="Rectangle 451"/>
          <p:cNvSpPr/>
          <p:nvPr/>
        </p:nvSpPr>
        <p:spPr>
          <a:xfrm>
            <a:off x="4755920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3" name="Rectangle 452"/>
          <p:cNvSpPr/>
          <p:nvPr/>
        </p:nvSpPr>
        <p:spPr>
          <a:xfrm>
            <a:off x="4847320" y="3936492"/>
            <a:ext cx="87742" cy="1979675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4" name="Rectangle 453"/>
          <p:cNvSpPr/>
          <p:nvPr/>
        </p:nvSpPr>
        <p:spPr>
          <a:xfrm>
            <a:off x="4858292" y="395478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5" name="Rectangle 454"/>
          <p:cNvSpPr/>
          <p:nvPr/>
        </p:nvSpPr>
        <p:spPr>
          <a:xfrm>
            <a:off x="4858292" y="407622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6" name="Rectangle 455"/>
          <p:cNvSpPr/>
          <p:nvPr/>
        </p:nvSpPr>
        <p:spPr>
          <a:xfrm>
            <a:off x="4858292" y="419766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7" name="Rectangle 456"/>
          <p:cNvSpPr/>
          <p:nvPr/>
        </p:nvSpPr>
        <p:spPr>
          <a:xfrm>
            <a:off x="4858292" y="431911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8" name="Rectangle 457"/>
          <p:cNvSpPr/>
          <p:nvPr/>
        </p:nvSpPr>
        <p:spPr>
          <a:xfrm>
            <a:off x="4858292" y="4440555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9" name="Rectangle 458"/>
          <p:cNvSpPr/>
          <p:nvPr/>
        </p:nvSpPr>
        <p:spPr>
          <a:xfrm>
            <a:off x="4858292" y="456199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0" name="Rectangle 459"/>
          <p:cNvSpPr/>
          <p:nvPr/>
        </p:nvSpPr>
        <p:spPr>
          <a:xfrm>
            <a:off x="4858292" y="468344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1" name="Rectangle 460"/>
          <p:cNvSpPr/>
          <p:nvPr/>
        </p:nvSpPr>
        <p:spPr>
          <a:xfrm>
            <a:off x="4858292" y="480488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2" name="Rectangle 461"/>
          <p:cNvSpPr/>
          <p:nvPr/>
        </p:nvSpPr>
        <p:spPr>
          <a:xfrm>
            <a:off x="4858292" y="4926330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3" name="Rectangle 462"/>
          <p:cNvSpPr/>
          <p:nvPr/>
        </p:nvSpPr>
        <p:spPr>
          <a:xfrm>
            <a:off x="4858292" y="5047773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4" name="Rectangle 463"/>
          <p:cNvSpPr/>
          <p:nvPr/>
        </p:nvSpPr>
        <p:spPr>
          <a:xfrm>
            <a:off x="4858292" y="5169217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5" name="Rectangle 464"/>
          <p:cNvSpPr/>
          <p:nvPr/>
        </p:nvSpPr>
        <p:spPr>
          <a:xfrm>
            <a:off x="4858292" y="5290661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6" name="Rectangle 465"/>
          <p:cNvSpPr/>
          <p:nvPr/>
        </p:nvSpPr>
        <p:spPr>
          <a:xfrm>
            <a:off x="4858292" y="5412104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7" name="Rectangle 466"/>
          <p:cNvSpPr/>
          <p:nvPr/>
        </p:nvSpPr>
        <p:spPr>
          <a:xfrm>
            <a:off x="4858292" y="5533548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8" name="Rectangle 467"/>
          <p:cNvSpPr/>
          <p:nvPr/>
        </p:nvSpPr>
        <p:spPr>
          <a:xfrm>
            <a:off x="4858292" y="5654992"/>
            <a:ext cx="65796" cy="114128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9" name="Rectangle 468"/>
          <p:cNvSpPr/>
          <p:nvPr/>
        </p:nvSpPr>
        <p:spPr>
          <a:xfrm>
            <a:off x="4858292" y="5776436"/>
            <a:ext cx="65796" cy="114128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0" name="TextBox 469"/>
          <p:cNvSpPr txBox="1"/>
          <p:nvPr/>
        </p:nvSpPr>
        <p:spPr>
          <a:xfrm>
            <a:off x="2430566" y="5925312"/>
            <a:ext cx="253375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1">
                <a:solidFill>
                  <a:srgbClr val="444444"/>
                </a:solidFill>
                <a:latin typeface="Calibri"/>
              </a:rPr>
              <a:t>CHARM I/O  ·  3 towers  ·  24 baseplates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2357414" y="6144768"/>
            <a:ext cx="2680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I/O Cabinet #1</a:t>
            </a:r>
          </a:p>
        </p:txBody>
      </p:sp>
      <p:sp>
        <p:nvSpPr>
          <p:cNvPr id="472" name="Rectangle 471"/>
          <p:cNvSpPr/>
          <p:nvPr/>
        </p:nvSpPr>
        <p:spPr>
          <a:xfrm>
            <a:off x="5183779" y="1088136"/>
            <a:ext cx="2680060" cy="5010912"/>
          </a:xfrm>
          <a:prstGeom prst="rect">
            <a:avLst/>
          </a:prstGeom>
          <a:solidFill>
            <a:srgbClr val="2B2B2B"/>
          </a:solidFill>
          <a:ln w="19050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3" name="Rectangle 472"/>
          <p:cNvSpPr/>
          <p:nvPr/>
        </p:nvSpPr>
        <p:spPr>
          <a:xfrm>
            <a:off x="5238643" y="1216152"/>
            <a:ext cx="2570332" cy="4754879"/>
          </a:xfrm>
          <a:prstGeom prst="rect">
            <a:avLst/>
          </a:prstGeom>
          <a:solidFill>
            <a:srgbClr val="F0F0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4" name="Rectangle 473"/>
          <p:cNvSpPr/>
          <p:nvPr/>
        </p:nvSpPr>
        <p:spPr>
          <a:xfrm>
            <a:off x="5238643" y="1115568"/>
            <a:ext cx="2570332" cy="5486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5" name="Rectangle 474"/>
          <p:cNvSpPr/>
          <p:nvPr/>
        </p:nvSpPr>
        <p:spPr>
          <a:xfrm>
            <a:off x="5238643" y="6016752"/>
            <a:ext cx="2570332" cy="5486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6" name="Rectangle 475"/>
          <p:cNvSpPr/>
          <p:nvPr/>
        </p:nvSpPr>
        <p:spPr>
          <a:xfrm>
            <a:off x="5256931" y="1289304"/>
            <a:ext cx="804351" cy="155448"/>
          </a:xfrm>
          <a:prstGeom prst="rect">
            <a:avLst/>
          </a:prstGeom>
          <a:solidFill>
            <a:srgbClr val="2E5FA3"/>
          </a:solidFill>
          <a:ln w="50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7" name="TextBox 476"/>
          <p:cNvSpPr txBox="1"/>
          <p:nvPr/>
        </p:nvSpPr>
        <p:spPr>
          <a:xfrm>
            <a:off x="5256931" y="1289304"/>
            <a:ext cx="80435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Calibri"/>
              </a:rPr>
              <a:t>CIOC-01</a:t>
            </a:r>
          </a:p>
        </p:txBody>
      </p:sp>
      <p:sp>
        <p:nvSpPr>
          <p:cNvPr id="478" name="Rectangle 477"/>
          <p:cNvSpPr/>
          <p:nvPr/>
        </p:nvSpPr>
        <p:spPr>
          <a:xfrm>
            <a:off x="5256931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9" name="Rectangle 478"/>
          <p:cNvSpPr/>
          <p:nvPr/>
        </p:nvSpPr>
        <p:spPr>
          <a:xfrm>
            <a:off x="5267904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0" name="Rectangle 479"/>
          <p:cNvSpPr/>
          <p:nvPr/>
        </p:nvSpPr>
        <p:spPr>
          <a:xfrm>
            <a:off x="5267904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1" name="Rectangle 480"/>
          <p:cNvSpPr/>
          <p:nvPr/>
        </p:nvSpPr>
        <p:spPr>
          <a:xfrm>
            <a:off x="5267904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2" name="Rectangle 481"/>
          <p:cNvSpPr/>
          <p:nvPr/>
        </p:nvSpPr>
        <p:spPr>
          <a:xfrm>
            <a:off x="5267904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3" name="Rectangle 482"/>
          <p:cNvSpPr/>
          <p:nvPr/>
        </p:nvSpPr>
        <p:spPr>
          <a:xfrm>
            <a:off x="5267904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4" name="Rectangle 483"/>
          <p:cNvSpPr/>
          <p:nvPr/>
        </p:nvSpPr>
        <p:spPr>
          <a:xfrm>
            <a:off x="5267904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5" name="Rectangle 484"/>
          <p:cNvSpPr/>
          <p:nvPr/>
        </p:nvSpPr>
        <p:spPr>
          <a:xfrm>
            <a:off x="5267904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6" name="Rectangle 485"/>
          <p:cNvSpPr/>
          <p:nvPr/>
        </p:nvSpPr>
        <p:spPr>
          <a:xfrm>
            <a:off x="5267904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7" name="Rectangle 486"/>
          <p:cNvSpPr/>
          <p:nvPr/>
        </p:nvSpPr>
        <p:spPr>
          <a:xfrm>
            <a:off x="5267904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8" name="Rectangle 487"/>
          <p:cNvSpPr/>
          <p:nvPr/>
        </p:nvSpPr>
        <p:spPr>
          <a:xfrm>
            <a:off x="5267904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9" name="Rectangle 488"/>
          <p:cNvSpPr/>
          <p:nvPr/>
        </p:nvSpPr>
        <p:spPr>
          <a:xfrm>
            <a:off x="5267904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0" name="Rectangle 489"/>
          <p:cNvSpPr/>
          <p:nvPr/>
        </p:nvSpPr>
        <p:spPr>
          <a:xfrm>
            <a:off x="5267904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1" name="Rectangle 490"/>
          <p:cNvSpPr/>
          <p:nvPr/>
        </p:nvSpPr>
        <p:spPr>
          <a:xfrm>
            <a:off x="5267904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2" name="Rectangle 491"/>
          <p:cNvSpPr/>
          <p:nvPr/>
        </p:nvSpPr>
        <p:spPr>
          <a:xfrm>
            <a:off x="5267904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3" name="Rectangle 492"/>
          <p:cNvSpPr/>
          <p:nvPr/>
        </p:nvSpPr>
        <p:spPr>
          <a:xfrm>
            <a:off x="5267904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4" name="Rectangle 493"/>
          <p:cNvSpPr/>
          <p:nvPr/>
        </p:nvSpPr>
        <p:spPr>
          <a:xfrm>
            <a:off x="5267904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5" name="Rectangle 494"/>
          <p:cNvSpPr/>
          <p:nvPr/>
        </p:nvSpPr>
        <p:spPr>
          <a:xfrm>
            <a:off x="5359304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6" name="Rectangle 495"/>
          <p:cNvSpPr/>
          <p:nvPr/>
        </p:nvSpPr>
        <p:spPr>
          <a:xfrm>
            <a:off x="5370276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7" name="Rectangle 496"/>
          <p:cNvSpPr/>
          <p:nvPr/>
        </p:nvSpPr>
        <p:spPr>
          <a:xfrm>
            <a:off x="5370276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8" name="Rectangle 497"/>
          <p:cNvSpPr/>
          <p:nvPr/>
        </p:nvSpPr>
        <p:spPr>
          <a:xfrm>
            <a:off x="5370276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9" name="Rectangle 498"/>
          <p:cNvSpPr/>
          <p:nvPr/>
        </p:nvSpPr>
        <p:spPr>
          <a:xfrm>
            <a:off x="5370276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0" name="Rectangle 499"/>
          <p:cNvSpPr/>
          <p:nvPr/>
        </p:nvSpPr>
        <p:spPr>
          <a:xfrm>
            <a:off x="5370276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1" name="Rectangle 500"/>
          <p:cNvSpPr/>
          <p:nvPr/>
        </p:nvSpPr>
        <p:spPr>
          <a:xfrm>
            <a:off x="5370276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2" name="Rectangle 501"/>
          <p:cNvSpPr/>
          <p:nvPr/>
        </p:nvSpPr>
        <p:spPr>
          <a:xfrm>
            <a:off x="5370276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3" name="Rectangle 502"/>
          <p:cNvSpPr/>
          <p:nvPr/>
        </p:nvSpPr>
        <p:spPr>
          <a:xfrm>
            <a:off x="5370276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4" name="Rectangle 503"/>
          <p:cNvSpPr/>
          <p:nvPr/>
        </p:nvSpPr>
        <p:spPr>
          <a:xfrm>
            <a:off x="5370276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5" name="Rectangle 504"/>
          <p:cNvSpPr/>
          <p:nvPr/>
        </p:nvSpPr>
        <p:spPr>
          <a:xfrm>
            <a:off x="5370276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6" name="Rectangle 505"/>
          <p:cNvSpPr/>
          <p:nvPr/>
        </p:nvSpPr>
        <p:spPr>
          <a:xfrm>
            <a:off x="5370276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7" name="Rectangle 506"/>
          <p:cNvSpPr/>
          <p:nvPr/>
        </p:nvSpPr>
        <p:spPr>
          <a:xfrm>
            <a:off x="5370276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8" name="Rectangle 507"/>
          <p:cNvSpPr/>
          <p:nvPr/>
        </p:nvSpPr>
        <p:spPr>
          <a:xfrm>
            <a:off x="5370276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9" name="Rectangle 508"/>
          <p:cNvSpPr/>
          <p:nvPr/>
        </p:nvSpPr>
        <p:spPr>
          <a:xfrm>
            <a:off x="5370276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0" name="Rectangle 509"/>
          <p:cNvSpPr/>
          <p:nvPr/>
        </p:nvSpPr>
        <p:spPr>
          <a:xfrm>
            <a:off x="5370276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1" name="Rectangle 510"/>
          <p:cNvSpPr/>
          <p:nvPr/>
        </p:nvSpPr>
        <p:spPr>
          <a:xfrm>
            <a:off x="5370276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2" name="Rectangle 511"/>
          <p:cNvSpPr/>
          <p:nvPr/>
        </p:nvSpPr>
        <p:spPr>
          <a:xfrm>
            <a:off x="5461676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3" name="Rectangle 512"/>
          <p:cNvSpPr/>
          <p:nvPr/>
        </p:nvSpPr>
        <p:spPr>
          <a:xfrm>
            <a:off x="5472649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4" name="Rectangle 513"/>
          <p:cNvSpPr/>
          <p:nvPr/>
        </p:nvSpPr>
        <p:spPr>
          <a:xfrm>
            <a:off x="5472649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5" name="Rectangle 514"/>
          <p:cNvSpPr/>
          <p:nvPr/>
        </p:nvSpPr>
        <p:spPr>
          <a:xfrm>
            <a:off x="5472649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6" name="Rectangle 515"/>
          <p:cNvSpPr/>
          <p:nvPr/>
        </p:nvSpPr>
        <p:spPr>
          <a:xfrm>
            <a:off x="5472649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7" name="Rectangle 516"/>
          <p:cNvSpPr/>
          <p:nvPr/>
        </p:nvSpPr>
        <p:spPr>
          <a:xfrm>
            <a:off x="5472649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8" name="Rectangle 517"/>
          <p:cNvSpPr/>
          <p:nvPr/>
        </p:nvSpPr>
        <p:spPr>
          <a:xfrm>
            <a:off x="5472649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9" name="Rectangle 518"/>
          <p:cNvSpPr/>
          <p:nvPr/>
        </p:nvSpPr>
        <p:spPr>
          <a:xfrm>
            <a:off x="5472649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0" name="Rectangle 519"/>
          <p:cNvSpPr/>
          <p:nvPr/>
        </p:nvSpPr>
        <p:spPr>
          <a:xfrm>
            <a:off x="5472649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1" name="Rectangle 520"/>
          <p:cNvSpPr/>
          <p:nvPr/>
        </p:nvSpPr>
        <p:spPr>
          <a:xfrm>
            <a:off x="5472649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2" name="Rectangle 521"/>
          <p:cNvSpPr/>
          <p:nvPr/>
        </p:nvSpPr>
        <p:spPr>
          <a:xfrm>
            <a:off x="5472649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3" name="Rectangle 522"/>
          <p:cNvSpPr/>
          <p:nvPr/>
        </p:nvSpPr>
        <p:spPr>
          <a:xfrm>
            <a:off x="5472649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4" name="Rectangle 523"/>
          <p:cNvSpPr/>
          <p:nvPr/>
        </p:nvSpPr>
        <p:spPr>
          <a:xfrm>
            <a:off x="5472649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5" name="Rectangle 524"/>
          <p:cNvSpPr/>
          <p:nvPr/>
        </p:nvSpPr>
        <p:spPr>
          <a:xfrm>
            <a:off x="5472649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6" name="Rectangle 525"/>
          <p:cNvSpPr/>
          <p:nvPr/>
        </p:nvSpPr>
        <p:spPr>
          <a:xfrm>
            <a:off x="5472649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7" name="Rectangle 526"/>
          <p:cNvSpPr/>
          <p:nvPr/>
        </p:nvSpPr>
        <p:spPr>
          <a:xfrm>
            <a:off x="5472649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8" name="Rectangle 527"/>
          <p:cNvSpPr/>
          <p:nvPr/>
        </p:nvSpPr>
        <p:spPr>
          <a:xfrm>
            <a:off x="5472649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9" name="Rectangle 528"/>
          <p:cNvSpPr/>
          <p:nvPr/>
        </p:nvSpPr>
        <p:spPr>
          <a:xfrm>
            <a:off x="5564049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0" name="Rectangle 529"/>
          <p:cNvSpPr/>
          <p:nvPr/>
        </p:nvSpPr>
        <p:spPr>
          <a:xfrm>
            <a:off x="5575022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1" name="Rectangle 530"/>
          <p:cNvSpPr/>
          <p:nvPr/>
        </p:nvSpPr>
        <p:spPr>
          <a:xfrm>
            <a:off x="5575022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2" name="Rectangle 531"/>
          <p:cNvSpPr/>
          <p:nvPr/>
        </p:nvSpPr>
        <p:spPr>
          <a:xfrm>
            <a:off x="5575022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3" name="Rectangle 532"/>
          <p:cNvSpPr/>
          <p:nvPr/>
        </p:nvSpPr>
        <p:spPr>
          <a:xfrm>
            <a:off x="5575022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4" name="Rectangle 533"/>
          <p:cNvSpPr/>
          <p:nvPr/>
        </p:nvSpPr>
        <p:spPr>
          <a:xfrm>
            <a:off x="5575022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5" name="Rectangle 534"/>
          <p:cNvSpPr/>
          <p:nvPr/>
        </p:nvSpPr>
        <p:spPr>
          <a:xfrm>
            <a:off x="5575022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6" name="Rectangle 535"/>
          <p:cNvSpPr/>
          <p:nvPr/>
        </p:nvSpPr>
        <p:spPr>
          <a:xfrm>
            <a:off x="5575022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7" name="Rectangle 536"/>
          <p:cNvSpPr/>
          <p:nvPr/>
        </p:nvSpPr>
        <p:spPr>
          <a:xfrm>
            <a:off x="5575022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8" name="Rectangle 537"/>
          <p:cNvSpPr/>
          <p:nvPr/>
        </p:nvSpPr>
        <p:spPr>
          <a:xfrm>
            <a:off x="5575022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9" name="Rectangle 538"/>
          <p:cNvSpPr/>
          <p:nvPr/>
        </p:nvSpPr>
        <p:spPr>
          <a:xfrm>
            <a:off x="5575022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0" name="Rectangle 539"/>
          <p:cNvSpPr/>
          <p:nvPr/>
        </p:nvSpPr>
        <p:spPr>
          <a:xfrm>
            <a:off x="5575022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1" name="Rectangle 540"/>
          <p:cNvSpPr/>
          <p:nvPr/>
        </p:nvSpPr>
        <p:spPr>
          <a:xfrm>
            <a:off x="5575022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2" name="Rectangle 541"/>
          <p:cNvSpPr/>
          <p:nvPr/>
        </p:nvSpPr>
        <p:spPr>
          <a:xfrm>
            <a:off x="5575022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3" name="Rectangle 542"/>
          <p:cNvSpPr/>
          <p:nvPr/>
        </p:nvSpPr>
        <p:spPr>
          <a:xfrm>
            <a:off x="5575022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Rectangle 543"/>
          <p:cNvSpPr/>
          <p:nvPr/>
        </p:nvSpPr>
        <p:spPr>
          <a:xfrm>
            <a:off x="5575022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5" name="Rectangle 544"/>
          <p:cNvSpPr/>
          <p:nvPr/>
        </p:nvSpPr>
        <p:spPr>
          <a:xfrm>
            <a:off x="5575022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Rectangle 545"/>
          <p:cNvSpPr/>
          <p:nvPr/>
        </p:nvSpPr>
        <p:spPr>
          <a:xfrm>
            <a:off x="5666422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7" name="Rectangle 546"/>
          <p:cNvSpPr/>
          <p:nvPr/>
        </p:nvSpPr>
        <p:spPr>
          <a:xfrm>
            <a:off x="5677395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Rectangle 547"/>
          <p:cNvSpPr/>
          <p:nvPr/>
        </p:nvSpPr>
        <p:spPr>
          <a:xfrm>
            <a:off x="5677395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Rectangle 548"/>
          <p:cNvSpPr/>
          <p:nvPr/>
        </p:nvSpPr>
        <p:spPr>
          <a:xfrm>
            <a:off x="5677395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0" name="Rectangle 549"/>
          <p:cNvSpPr/>
          <p:nvPr/>
        </p:nvSpPr>
        <p:spPr>
          <a:xfrm>
            <a:off x="5677395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1" name="Rectangle 550"/>
          <p:cNvSpPr/>
          <p:nvPr/>
        </p:nvSpPr>
        <p:spPr>
          <a:xfrm>
            <a:off x="5677395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Rectangle 551"/>
          <p:cNvSpPr/>
          <p:nvPr/>
        </p:nvSpPr>
        <p:spPr>
          <a:xfrm>
            <a:off x="5677395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3" name="Rectangle 552"/>
          <p:cNvSpPr/>
          <p:nvPr/>
        </p:nvSpPr>
        <p:spPr>
          <a:xfrm>
            <a:off x="5677395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4" name="Rectangle 553"/>
          <p:cNvSpPr/>
          <p:nvPr/>
        </p:nvSpPr>
        <p:spPr>
          <a:xfrm>
            <a:off x="5677395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5" name="Rectangle 554"/>
          <p:cNvSpPr/>
          <p:nvPr/>
        </p:nvSpPr>
        <p:spPr>
          <a:xfrm>
            <a:off x="5677395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Rectangle 555"/>
          <p:cNvSpPr/>
          <p:nvPr/>
        </p:nvSpPr>
        <p:spPr>
          <a:xfrm>
            <a:off x="5677395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7" name="Rectangle 556"/>
          <p:cNvSpPr/>
          <p:nvPr/>
        </p:nvSpPr>
        <p:spPr>
          <a:xfrm>
            <a:off x="5677395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8" name="Rectangle 557"/>
          <p:cNvSpPr/>
          <p:nvPr/>
        </p:nvSpPr>
        <p:spPr>
          <a:xfrm>
            <a:off x="5677395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9" name="Rectangle 558"/>
          <p:cNvSpPr/>
          <p:nvPr/>
        </p:nvSpPr>
        <p:spPr>
          <a:xfrm>
            <a:off x="5677395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0" name="Rectangle 559"/>
          <p:cNvSpPr/>
          <p:nvPr/>
        </p:nvSpPr>
        <p:spPr>
          <a:xfrm>
            <a:off x="5677395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1" name="Rectangle 560"/>
          <p:cNvSpPr/>
          <p:nvPr/>
        </p:nvSpPr>
        <p:spPr>
          <a:xfrm>
            <a:off x="5677395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Rectangle 561"/>
          <p:cNvSpPr/>
          <p:nvPr/>
        </p:nvSpPr>
        <p:spPr>
          <a:xfrm>
            <a:off x="5677395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3" name="Rectangle 562"/>
          <p:cNvSpPr/>
          <p:nvPr/>
        </p:nvSpPr>
        <p:spPr>
          <a:xfrm>
            <a:off x="5768795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4" name="Rectangle 563"/>
          <p:cNvSpPr/>
          <p:nvPr/>
        </p:nvSpPr>
        <p:spPr>
          <a:xfrm>
            <a:off x="5779768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5" name="Rectangle 564"/>
          <p:cNvSpPr/>
          <p:nvPr/>
        </p:nvSpPr>
        <p:spPr>
          <a:xfrm>
            <a:off x="5779768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6" name="Rectangle 565"/>
          <p:cNvSpPr/>
          <p:nvPr/>
        </p:nvSpPr>
        <p:spPr>
          <a:xfrm>
            <a:off x="5779768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7" name="Rectangle 566"/>
          <p:cNvSpPr/>
          <p:nvPr/>
        </p:nvSpPr>
        <p:spPr>
          <a:xfrm>
            <a:off x="5779768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8" name="Rectangle 567"/>
          <p:cNvSpPr/>
          <p:nvPr/>
        </p:nvSpPr>
        <p:spPr>
          <a:xfrm>
            <a:off x="5779768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9" name="Rectangle 568"/>
          <p:cNvSpPr/>
          <p:nvPr/>
        </p:nvSpPr>
        <p:spPr>
          <a:xfrm>
            <a:off x="5779768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0" name="Rectangle 569"/>
          <p:cNvSpPr/>
          <p:nvPr/>
        </p:nvSpPr>
        <p:spPr>
          <a:xfrm>
            <a:off x="5779768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1" name="Rectangle 570"/>
          <p:cNvSpPr/>
          <p:nvPr/>
        </p:nvSpPr>
        <p:spPr>
          <a:xfrm>
            <a:off x="5779768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2" name="Rectangle 571"/>
          <p:cNvSpPr/>
          <p:nvPr/>
        </p:nvSpPr>
        <p:spPr>
          <a:xfrm>
            <a:off x="5779768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3" name="Rectangle 572"/>
          <p:cNvSpPr/>
          <p:nvPr/>
        </p:nvSpPr>
        <p:spPr>
          <a:xfrm>
            <a:off x="5779768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4" name="Rectangle 573"/>
          <p:cNvSpPr/>
          <p:nvPr/>
        </p:nvSpPr>
        <p:spPr>
          <a:xfrm>
            <a:off x="5779768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5" name="Rectangle 574"/>
          <p:cNvSpPr/>
          <p:nvPr/>
        </p:nvSpPr>
        <p:spPr>
          <a:xfrm>
            <a:off x="5779768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6" name="Rectangle 575"/>
          <p:cNvSpPr/>
          <p:nvPr/>
        </p:nvSpPr>
        <p:spPr>
          <a:xfrm>
            <a:off x="5779768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7" name="Rectangle 576"/>
          <p:cNvSpPr/>
          <p:nvPr/>
        </p:nvSpPr>
        <p:spPr>
          <a:xfrm>
            <a:off x="5779768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8" name="Rectangle 577"/>
          <p:cNvSpPr/>
          <p:nvPr/>
        </p:nvSpPr>
        <p:spPr>
          <a:xfrm>
            <a:off x="5779768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9" name="Rectangle 578"/>
          <p:cNvSpPr/>
          <p:nvPr/>
        </p:nvSpPr>
        <p:spPr>
          <a:xfrm>
            <a:off x="5779768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0" name="Rectangle 579"/>
          <p:cNvSpPr/>
          <p:nvPr/>
        </p:nvSpPr>
        <p:spPr>
          <a:xfrm>
            <a:off x="5871168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1" name="Rectangle 580"/>
          <p:cNvSpPr/>
          <p:nvPr/>
        </p:nvSpPr>
        <p:spPr>
          <a:xfrm>
            <a:off x="5882140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2" name="Rectangle 581"/>
          <p:cNvSpPr/>
          <p:nvPr/>
        </p:nvSpPr>
        <p:spPr>
          <a:xfrm>
            <a:off x="5882140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3" name="Rectangle 582"/>
          <p:cNvSpPr/>
          <p:nvPr/>
        </p:nvSpPr>
        <p:spPr>
          <a:xfrm>
            <a:off x="5882140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4" name="Rectangle 583"/>
          <p:cNvSpPr/>
          <p:nvPr/>
        </p:nvSpPr>
        <p:spPr>
          <a:xfrm>
            <a:off x="5882140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5" name="Rectangle 584"/>
          <p:cNvSpPr/>
          <p:nvPr/>
        </p:nvSpPr>
        <p:spPr>
          <a:xfrm>
            <a:off x="5882140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6" name="Rectangle 585"/>
          <p:cNvSpPr/>
          <p:nvPr/>
        </p:nvSpPr>
        <p:spPr>
          <a:xfrm>
            <a:off x="5882140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7" name="Rectangle 586"/>
          <p:cNvSpPr/>
          <p:nvPr/>
        </p:nvSpPr>
        <p:spPr>
          <a:xfrm>
            <a:off x="5882140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8" name="Rectangle 587"/>
          <p:cNvSpPr/>
          <p:nvPr/>
        </p:nvSpPr>
        <p:spPr>
          <a:xfrm>
            <a:off x="5882140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9" name="Rectangle 588"/>
          <p:cNvSpPr/>
          <p:nvPr/>
        </p:nvSpPr>
        <p:spPr>
          <a:xfrm>
            <a:off x="5882140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0" name="Rectangle 589"/>
          <p:cNvSpPr/>
          <p:nvPr/>
        </p:nvSpPr>
        <p:spPr>
          <a:xfrm>
            <a:off x="5882140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1" name="Rectangle 590"/>
          <p:cNvSpPr/>
          <p:nvPr/>
        </p:nvSpPr>
        <p:spPr>
          <a:xfrm>
            <a:off x="5882140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2" name="Rectangle 591"/>
          <p:cNvSpPr/>
          <p:nvPr/>
        </p:nvSpPr>
        <p:spPr>
          <a:xfrm>
            <a:off x="5882140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3" name="Rectangle 592"/>
          <p:cNvSpPr/>
          <p:nvPr/>
        </p:nvSpPr>
        <p:spPr>
          <a:xfrm>
            <a:off x="5882140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4" name="Rectangle 593"/>
          <p:cNvSpPr/>
          <p:nvPr/>
        </p:nvSpPr>
        <p:spPr>
          <a:xfrm>
            <a:off x="5882140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5" name="Rectangle 594"/>
          <p:cNvSpPr/>
          <p:nvPr/>
        </p:nvSpPr>
        <p:spPr>
          <a:xfrm>
            <a:off x="5882140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6" name="Rectangle 595"/>
          <p:cNvSpPr/>
          <p:nvPr/>
        </p:nvSpPr>
        <p:spPr>
          <a:xfrm>
            <a:off x="5882140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7" name="Rectangle 596"/>
          <p:cNvSpPr/>
          <p:nvPr/>
        </p:nvSpPr>
        <p:spPr>
          <a:xfrm>
            <a:off x="5973540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8" name="Rectangle 597"/>
          <p:cNvSpPr/>
          <p:nvPr/>
        </p:nvSpPr>
        <p:spPr>
          <a:xfrm>
            <a:off x="5984513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9" name="Rectangle 598"/>
          <p:cNvSpPr/>
          <p:nvPr/>
        </p:nvSpPr>
        <p:spPr>
          <a:xfrm>
            <a:off x="5984513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0" name="Rectangle 599"/>
          <p:cNvSpPr/>
          <p:nvPr/>
        </p:nvSpPr>
        <p:spPr>
          <a:xfrm>
            <a:off x="5984513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1" name="Rectangle 600"/>
          <p:cNvSpPr/>
          <p:nvPr/>
        </p:nvSpPr>
        <p:spPr>
          <a:xfrm>
            <a:off x="5984513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2" name="Rectangle 601"/>
          <p:cNvSpPr/>
          <p:nvPr/>
        </p:nvSpPr>
        <p:spPr>
          <a:xfrm>
            <a:off x="5984513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3" name="Rectangle 602"/>
          <p:cNvSpPr/>
          <p:nvPr/>
        </p:nvSpPr>
        <p:spPr>
          <a:xfrm>
            <a:off x="5984513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4" name="Rectangle 603"/>
          <p:cNvSpPr/>
          <p:nvPr/>
        </p:nvSpPr>
        <p:spPr>
          <a:xfrm>
            <a:off x="5984513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5" name="Rectangle 604"/>
          <p:cNvSpPr/>
          <p:nvPr/>
        </p:nvSpPr>
        <p:spPr>
          <a:xfrm>
            <a:off x="5984513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6" name="Rectangle 605"/>
          <p:cNvSpPr/>
          <p:nvPr/>
        </p:nvSpPr>
        <p:spPr>
          <a:xfrm>
            <a:off x="5984513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7" name="Rectangle 606"/>
          <p:cNvSpPr/>
          <p:nvPr/>
        </p:nvSpPr>
        <p:spPr>
          <a:xfrm>
            <a:off x="5984513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8" name="Rectangle 607"/>
          <p:cNvSpPr/>
          <p:nvPr/>
        </p:nvSpPr>
        <p:spPr>
          <a:xfrm>
            <a:off x="5984513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9" name="Rectangle 608"/>
          <p:cNvSpPr/>
          <p:nvPr/>
        </p:nvSpPr>
        <p:spPr>
          <a:xfrm>
            <a:off x="5984513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0" name="Rectangle 609"/>
          <p:cNvSpPr/>
          <p:nvPr/>
        </p:nvSpPr>
        <p:spPr>
          <a:xfrm>
            <a:off x="5984513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1" name="Rectangle 610"/>
          <p:cNvSpPr/>
          <p:nvPr/>
        </p:nvSpPr>
        <p:spPr>
          <a:xfrm>
            <a:off x="5984513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2" name="Rectangle 611"/>
          <p:cNvSpPr/>
          <p:nvPr/>
        </p:nvSpPr>
        <p:spPr>
          <a:xfrm>
            <a:off x="5984513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3" name="Rectangle 612"/>
          <p:cNvSpPr/>
          <p:nvPr/>
        </p:nvSpPr>
        <p:spPr>
          <a:xfrm>
            <a:off x="5984513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4" name="Rectangle 613"/>
          <p:cNvSpPr/>
          <p:nvPr/>
        </p:nvSpPr>
        <p:spPr>
          <a:xfrm>
            <a:off x="6079571" y="1289304"/>
            <a:ext cx="9144" cy="464515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5" name="Rectangle 614"/>
          <p:cNvSpPr/>
          <p:nvPr/>
        </p:nvSpPr>
        <p:spPr>
          <a:xfrm>
            <a:off x="6107003" y="1289304"/>
            <a:ext cx="804351" cy="155448"/>
          </a:xfrm>
          <a:prstGeom prst="rect">
            <a:avLst/>
          </a:prstGeom>
          <a:solidFill>
            <a:srgbClr val="2E5FA3"/>
          </a:solidFill>
          <a:ln w="50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6" name="TextBox 615"/>
          <p:cNvSpPr txBox="1"/>
          <p:nvPr/>
        </p:nvSpPr>
        <p:spPr>
          <a:xfrm>
            <a:off x="6107003" y="1289304"/>
            <a:ext cx="80435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Calibri"/>
              </a:rPr>
              <a:t>CIOC-02</a:t>
            </a:r>
          </a:p>
        </p:txBody>
      </p:sp>
      <p:sp>
        <p:nvSpPr>
          <p:cNvPr id="617" name="Rectangle 616"/>
          <p:cNvSpPr/>
          <p:nvPr/>
        </p:nvSpPr>
        <p:spPr>
          <a:xfrm>
            <a:off x="6107003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8" name="Rectangle 617"/>
          <p:cNvSpPr/>
          <p:nvPr/>
        </p:nvSpPr>
        <p:spPr>
          <a:xfrm>
            <a:off x="6117976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9" name="Rectangle 618"/>
          <p:cNvSpPr/>
          <p:nvPr/>
        </p:nvSpPr>
        <p:spPr>
          <a:xfrm>
            <a:off x="6117976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0" name="Rectangle 619"/>
          <p:cNvSpPr/>
          <p:nvPr/>
        </p:nvSpPr>
        <p:spPr>
          <a:xfrm>
            <a:off x="6117976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1" name="Rectangle 620"/>
          <p:cNvSpPr/>
          <p:nvPr/>
        </p:nvSpPr>
        <p:spPr>
          <a:xfrm>
            <a:off x="6117976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2" name="Rectangle 621"/>
          <p:cNvSpPr/>
          <p:nvPr/>
        </p:nvSpPr>
        <p:spPr>
          <a:xfrm>
            <a:off x="6117976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3" name="Rectangle 622"/>
          <p:cNvSpPr/>
          <p:nvPr/>
        </p:nvSpPr>
        <p:spPr>
          <a:xfrm>
            <a:off x="6117976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4" name="Rectangle 623"/>
          <p:cNvSpPr/>
          <p:nvPr/>
        </p:nvSpPr>
        <p:spPr>
          <a:xfrm>
            <a:off x="6117976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5" name="Rectangle 624"/>
          <p:cNvSpPr/>
          <p:nvPr/>
        </p:nvSpPr>
        <p:spPr>
          <a:xfrm>
            <a:off x="6117976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6" name="Rectangle 625"/>
          <p:cNvSpPr/>
          <p:nvPr/>
        </p:nvSpPr>
        <p:spPr>
          <a:xfrm>
            <a:off x="6117976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7" name="Rectangle 626"/>
          <p:cNvSpPr/>
          <p:nvPr/>
        </p:nvSpPr>
        <p:spPr>
          <a:xfrm>
            <a:off x="6117976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8" name="Rectangle 627"/>
          <p:cNvSpPr/>
          <p:nvPr/>
        </p:nvSpPr>
        <p:spPr>
          <a:xfrm>
            <a:off x="6117976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9" name="Rectangle 628"/>
          <p:cNvSpPr/>
          <p:nvPr/>
        </p:nvSpPr>
        <p:spPr>
          <a:xfrm>
            <a:off x="6117976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0" name="Rectangle 629"/>
          <p:cNvSpPr/>
          <p:nvPr/>
        </p:nvSpPr>
        <p:spPr>
          <a:xfrm>
            <a:off x="6117976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1" name="Rectangle 630"/>
          <p:cNvSpPr/>
          <p:nvPr/>
        </p:nvSpPr>
        <p:spPr>
          <a:xfrm>
            <a:off x="6117976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2" name="Rectangle 631"/>
          <p:cNvSpPr/>
          <p:nvPr/>
        </p:nvSpPr>
        <p:spPr>
          <a:xfrm>
            <a:off x="6117976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3" name="Rectangle 632"/>
          <p:cNvSpPr/>
          <p:nvPr/>
        </p:nvSpPr>
        <p:spPr>
          <a:xfrm>
            <a:off x="6117976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4" name="Rectangle 633"/>
          <p:cNvSpPr/>
          <p:nvPr/>
        </p:nvSpPr>
        <p:spPr>
          <a:xfrm>
            <a:off x="6209376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5" name="Rectangle 634"/>
          <p:cNvSpPr/>
          <p:nvPr/>
        </p:nvSpPr>
        <p:spPr>
          <a:xfrm>
            <a:off x="6220348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6" name="Rectangle 635"/>
          <p:cNvSpPr/>
          <p:nvPr/>
        </p:nvSpPr>
        <p:spPr>
          <a:xfrm>
            <a:off x="6220348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7" name="Rectangle 636"/>
          <p:cNvSpPr/>
          <p:nvPr/>
        </p:nvSpPr>
        <p:spPr>
          <a:xfrm>
            <a:off x="6220348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8" name="Rectangle 637"/>
          <p:cNvSpPr/>
          <p:nvPr/>
        </p:nvSpPr>
        <p:spPr>
          <a:xfrm>
            <a:off x="6220348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9" name="Rectangle 638"/>
          <p:cNvSpPr/>
          <p:nvPr/>
        </p:nvSpPr>
        <p:spPr>
          <a:xfrm>
            <a:off x="6220348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0" name="Rectangle 639"/>
          <p:cNvSpPr/>
          <p:nvPr/>
        </p:nvSpPr>
        <p:spPr>
          <a:xfrm>
            <a:off x="6220348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1" name="Rectangle 640"/>
          <p:cNvSpPr/>
          <p:nvPr/>
        </p:nvSpPr>
        <p:spPr>
          <a:xfrm>
            <a:off x="6220348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2" name="Rectangle 641"/>
          <p:cNvSpPr/>
          <p:nvPr/>
        </p:nvSpPr>
        <p:spPr>
          <a:xfrm>
            <a:off x="6220348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3" name="Rectangle 642"/>
          <p:cNvSpPr/>
          <p:nvPr/>
        </p:nvSpPr>
        <p:spPr>
          <a:xfrm>
            <a:off x="6220348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4" name="Rectangle 643"/>
          <p:cNvSpPr/>
          <p:nvPr/>
        </p:nvSpPr>
        <p:spPr>
          <a:xfrm>
            <a:off x="6220348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5" name="Rectangle 644"/>
          <p:cNvSpPr/>
          <p:nvPr/>
        </p:nvSpPr>
        <p:spPr>
          <a:xfrm>
            <a:off x="6220348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6" name="Rectangle 645"/>
          <p:cNvSpPr/>
          <p:nvPr/>
        </p:nvSpPr>
        <p:spPr>
          <a:xfrm>
            <a:off x="6220348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7" name="Rectangle 646"/>
          <p:cNvSpPr/>
          <p:nvPr/>
        </p:nvSpPr>
        <p:spPr>
          <a:xfrm>
            <a:off x="6220348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8" name="Rectangle 647"/>
          <p:cNvSpPr/>
          <p:nvPr/>
        </p:nvSpPr>
        <p:spPr>
          <a:xfrm>
            <a:off x="6220348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9" name="Rectangle 648"/>
          <p:cNvSpPr/>
          <p:nvPr/>
        </p:nvSpPr>
        <p:spPr>
          <a:xfrm>
            <a:off x="6220348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0" name="Rectangle 649"/>
          <p:cNvSpPr/>
          <p:nvPr/>
        </p:nvSpPr>
        <p:spPr>
          <a:xfrm>
            <a:off x="6220348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1" name="Rectangle 650"/>
          <p:cNvSpPr/>
          <p:nvPr/>
        </p:nvSpPr>
        <p:spPr>
          <a:xfrm>
            <a:off x="6311748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2" name="Rectangle 651"/>
          <p:cNvSpPr/>
          <p:nvPr/>
        </p:nvSpPr>
        <p:spPr>
          <a:xfrm>
            <a:off x="6322721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3" name="Rectangle 652"/>
          <p:cNvSpPr/>
          <p:nvPr/>
        </p:nvSpPr>
        <p:spPr>
          <a:xfrm>
            <a:off x="6322721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4" name="Rectangle 653"/>
          <p:cNvSpPr/>
          <p:nvPr/>
        </p:nvSpPr>
        <p:spPr>
          <a:xfrm>
            <a:off x="6322721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5" name="Rectangle 654"/>
          <p:cNvSpPr/>
          <p:nvPr/>
        </p:nvSpPr>
        <p:spPr>
          <a:xfrm>
            <a:off x="6322721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6" name="Rectangle 655"/>
          <p:cNvSpPr/>
          <p:nvPr/>
        </p:nvSpPr>
        <p:spPr>
          <a:xfrm>
            <a:off x="6322721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7" name="Rectangle 656"/>
          <p:cNvSpPr/>
          <p:nvPr/>
        </p:nvSpPr>
        <p:spPr>
          <a:xfrm>
            <a:off x="6322721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8" name="Rectangle 657"/>
          <p:cNvSpPr/>
          <p:nvPr/>
        </p:nvSpPr>
        <p:spPr>
          <a:xfrm>
            <a:off x="6322721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9" name="Rectangle 658"/>
          <p:cNvSpPr/>
          <p:nvPr/>
        </p:nvSpPr>
        <p:spPr>
          <a:xfrm>
            <a:off x="6322721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0" name="Rectangle 659"/>
          <p:cNvSpPr/>
          <p:nvPr/>
        </p:nvSpPr>
        <p:spPr>
          <a:xfrm>
            <a:off x="6322721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1" name="Rectangle 660"/>
          <p:cNvSpPr/>
          <p:nvPr/>
        </p:nvSpPr>
        <p:spPr>
          <a:xfrm>
            <a:off x="6322721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2" name="Rectangle 661"/>
          <p:cNvSpPr/>
          <p:nvPr/>
        </p:nvSpPr>
        <p:spPr>
          <a:xfrm>
            <a:off x="6322721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3" name="Rectangle 662"/>
          <p:cNvSpPr/>
          <p:nvPr/>
        </p:nvSpPr>
        <p:spPr>
          <a:xfrm>
            <a:off x="6322721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4" name="Rectangle 663"/>
          <p:cNvSpPr/>
          <p:nvPr/>
        </p:nvSpPr>
        <p:spPr>
          <a:xfrm>
            <a:off x="6322721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5" name="Rectangle 664"/>
          <p:cNvSpPr/>
          <p:nvPr/>
        </p:nvSpPr>
        <p:spPr>
          <a:xfrm>
            <a:off x="6322721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6" name="Rectangle 665"/>
          <p:cNvSpPr/>
          <p:nvPr/>
        </p:nvSpPr>
        <p:spPr>
          <a:xfrm>
            <a:off x="6322721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7" name="Rectangle 666"/>
          <p:cNvSpPr/>
          <p:nvPr/>
        </p:nvSpPr>
        <p:spPr>
          <a:xfrm>
            <a:off x="6322721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8" name="Rectangle 667"/>
          <p:cNvSpPr/>
          <p:nvPr/>
        </p:nvSpPr>
        <p:spPr>
          <a:xfrm>
            <a:off x="6414121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9" name="Rectangle 668"/>
          <p:cNvSpPr/>
          <p:nvPr/>
        </p:nvSpPr>
        <p:spPr>
          <a:xfrm>
            <a:off x="6425094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0" name="Rectangle 669"/>
          <p:cNvSpPr/>
          <p:nvPr/>
        </p:nvSpPr>
        <p:spPr>
          <a:xfrm>
            <a:off x="6425094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1" name="Rectangle 670"/>
          <p:cNvSpPr/>
          <p:nvPr/>
        </p:nvSpPr>
        <p:spPr>
          <a:xfrm>
            <a:off x="6425094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2" name="Rectangle 671"/>
          <p:cNvSpPr/>
          <p:nvPr/>
        </p:nvSpPr>
        <p:spPr>
          <a:xfrm>
            <a:off x="6425094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3" name="Rectangle 672"/>
          <p:cNvSpPr/>
          <p:nvPr/>
        </p:nvSpPr>
        <p:spPr>
          <a:xfrm>
            <a:off x="6425094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4" name="Rectangle 673"/>
          <p:cNvSpPr/>
          <p:nvPr/>
        </p:nvSpPr>
        <p:spPr>
          <a:xfrm>
            <a:off x="6425094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5" name="Rectangle 674"/>
          <p:cNvSpPr/>
          <p:nvPr/>
        </p:nvSpPr>
        <p:spPr>
          <a:xfrm>
            <a:off x="6425094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6" name="Rectangle 675"/>
          <p:cNvSpPr/>
          <p:nvPr/>
        </p:nvSpPr>
        <p:spPr>
          <a:xfrm>
            <a:off x="6425094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7" name="Rectangle 676"/>
          <p:cNvSpPr/>
          <p:nvPr/>
        </p:nvSpPr>
        <p:spPr>
          <a:xfrm>
            <a:off x="6425094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8" name="Rectangle 677"/>
          <p:cNvSpPr/>
          <p:nvPr/>
        </p:nvSpPr>
        <p:spPr>
          <a:xfrm>
            <a:off x="6425094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9" name="Rectangle 678"/>
          <p:cNvSpPr/>
          <p:nvPr/>
        </p:nvSpPr>
        <p:spPr>
          <a:xfrm>
            <a:off x="6425094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0" name="Rectangle 679"/>
          <p:cNvSpPr/>
          <p:nvPr/>
        </p:nvSpPr>
        <p:spPr>
          <a:xfrm>
            <a:off x="6425094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1" name="Rectangle 680"/>
          <p:cNvSpPr/>
          <p:nvPr/>
        </p:nvSpPr>
        <p:spPr>
          <a:xfrm>
            <a:off x="6425094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2" name="Rectangle 681"/>
          <p:cNvSpPr/>
          <p:nvPr/>
        </p:nvSpPr>
        <p:spPr>
          <a:xfrm>
            <a:off x="6425094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3" name="Rectangle 682"/>
          <p:cNvSpPr/>
          <p:nvPr/>
        </p:nvSpPr>
        <p:spPr>
          <a:xfrm>
            <a:off x="6425094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4" name="Rectangle 683"/>
          <p:cNvSpPr/>
          <p:nvPr/>
        </p:nvSpPr>
        <p:spPr>
          <a:xfrm>
            <a:off x="6425094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5" name="Rectangle 684"/>
          <p:cNvSpPr/>
          <p:nvPr/>
        </p:nvSpPr>
        <p:spPr>
          <a:xfrm>
            <a:off x="6516494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6" name="Rectangle 685"/>
          <p:cNvSpPr/>
          <p:nvPr/>
        </p:nvSpPr>
        <p:spPr>
          <a:xfrm>
            <a:off x="6527467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7" name="Rectangle 686"/>
          <p:cNvSpPr/>
          <p:nvPr/>
        </p:nvSpPr>
        <p:spPr>
          <a:xfrm>
            <a:off x="6527467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8" name="Rectangle 687"/>
          <p:cNvSpPr/>
          <p:nvPr/>
        </p:nvSpPr>
        <p:spPr>
          <a:xfrm>
            <a:off x="6527467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9" name="Rectangle 688"/>
          <p:cNvSpPr/>
          <p:nvPr/>
        </p:nvSpPr>
        <p:spPr>
          <a:xfrm>
            <a:off x="6527467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0" name="Rectangle 689"/>
          <p:cNvSpPr/>
          <p:nvPr/>
        </p:nvSpPr>
        <p:spPr>
          <a:xfrm>
            <a:off x="6527467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1" name="Rectangle 690"/>
          <p:cNvSpPr/>
          <p:nvPr/>
        </p:nvSpPr>
        <p:spPr>
          <a:xfrm>
            <a:off x="6527467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2" name="Rectangle 691"/>
          <p:cNvSpPr/>
          <p:nvPr/>
        </p:nvSpPr>
        <p:spPr>
          <a:xfrm>
            <a:off x="6527467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3" name="Rectangle 692"/>
          <p:cNvSpPr/>
          <p:nvPr/>
        </p:nvSpPr>
        <p:spPr>
          <a:xfrm>
            <a:off x="6527467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4" name="Rectangle 693"/>
          <p:cNvSpPr/>
          <p:nvPr/>
        </p:nvSpPr>
        <p:spPr>
          <a:xfrm>
            <a:off x="6527467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5" name="Rectangle 694"/>
          <p:cNvSpPr/>
          <p:nvPr/>
        </p:nvSpPr>
        <p:spPr>
          <a:xfrm>
            <a:off x="6527467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6" name="Rectangle 695"/>
          <p:cNvSpPr/>
          <p:nvPr/>
        </p:nvSpPr>
        <p:spPr>
          <a:xfrm>
            <a:off x="6527467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7" name="Rectangle 696"/>
          <p:cNvSpPr/>
          <p:nvPr/>
        </p:nvSpPr>
        <p:spPr>
          <a:xfrm>
            <a:off x="6527467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8" name="Rectangle 697"/>
          <p:cNvSpPr/>
          <p:nvPr/>
        </p:nvSpPr>
        <p:spPr>
          <a:xfrm>
            <a:off x="6527467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9" name="Rectangle 698"/>
          <p:cNvSpPr/>
          <p:nvPr/>
        </p:nvSpPr>
        <p:spPr>
          <a:xfrm>
            <a:off x="6527467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0" name="Rectangle 699"/>
          <p:cNvSpPr/>
          <p:nvPr/>
        </p:nvSpPr>
        <p:spPr>
          <a:xfrm>
            <a:off x="6527467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1" name="Rectangle 700"/>
          <p:cNvSpPr/>
          <p:nvPr/>
        </p:nvSpPr>
        <p:spPr>
          <a:xfrm>
            <a:off x="6527467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2" name="Rectangle 701"/>
          <p:cNvSpPr/>
          <p:nvPr/>
        </p:nvSpPr>
        <p:spPr>
          <a:xfrm>
            <a:off x="6618867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3" name="Rectangle 702"/>
          <p:cNvSpPr/>
          <p:nvPr/>
        </p:nvSpPr>
        <p:spPr>
          <a:xfrm>
            <a:off x="6629840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4" name="Rectangle 703"/>
          <p:cNvSpPr/>
          <p:nvPr/>
        </p:nvSpPr>
        <p:spPr>
          <a:xfrm>
            <a:off x="6629840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5" name="Rectangle 704"/>
          <p:cNvSpPr/>
          <p:nvPr/>
        </p:nvSpPr>
        <p:spPr>
          <a:xfrm>
            <a:off x="6629840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6" name="Rectangle 705"/>
          <p:cNvSpPr/>
          <p:nvPr/>
        </p:nvSpPr>
        <p:spPr>
          <a:xfrm>
            <a:off x="6629840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7" name="Rectangle 706"/>
          <p:cNvSpPr/>
          <p:nvPr/>
        </p:nvSpPr>
        <p:spPr>
          <a:xfrm>
            <a:off x="6629840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8" name="Rectangle 707"/>
          <p:cNvSpPr/>
          <p:nvPr/>
        </p:nvSpPr>
        <p:spPr>
          <a:xfrm>
            <a:off x="6629840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9" name="Rectangle 708"/>
          <p:cNvSpPr/>
          <p:nvPr/>
        </p:nvSpPr>
        <p:spPr>
          <a:xfrm>
            <a:off x="6629840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0" name="Rectangle 709"/>
          <p:cNvSpPr/>
          <p:nvPr/>
        </p:nvSpPr>
        <p:spPr>
          <a:xfrm>
            <a:off x="6629840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1" name="Rectangle 710"/>
          <p:cNvSpPr/>
          <p:nvPr/>
        </p:nvSpPr>
        <p:spPr>
          <a:xfrm>
            <a:off x="6629840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2" name="Rectangle 711"/>
          <p:cNvSpPr/>
          <p:nvPr/>
        </p:nvSpPr>
        <p:spPr>
          <a:xfrm>
            <a:off x="6629840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3" name="Rectangle 712"/>
          <p:cNvSpPr/>
          <p:nvPr/>
        </p:nvSpPr>
        <p:spPr>
          <a:xfrm>
            <a:off x="6629840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4" name="Rectangle 713"/>
          <p:cNvSpPr/>
          <p:nvPr/>
        </p:nvSpPr>
        <p:spPr>
          <a:xfrm>
            <a:off x="6629840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5" name="Rectangle 714"/>
          <p:cNvSpPr/>
          <p:nvPr/>
        </p:nvSpPr>
        <p:spPr>
          <a:xfrm>
            <a:off x="6629840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6" name="Rectangle 715"/>
          <p:cNvSpPr/>
          <p:nvPr/>
        </p:nvSpPr>
        <p:spPr>
          <a:xfrm>
            <a:off x="6629840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7" name="Rectangle 716"/>
          <p:cNvSpPr/>
          <p:nvPr/>
        </p:nvSpPr>
        <p:spPr>
          <a:xfrm>
            <a:off x="6629840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8" name="Rectangle 717"/>
          <p:cNvSpPr/>
          <p:nvPr/>
        </p:nvSpPr>
        <p:spPr>
          <a:xfrm>
            <a:off x="6629840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9" name="Rectangle 718"/>
          <p:cNvSpPr/>
          <p:nvPr/>
        </p:nvSpPr>
        <p:spPr>
          <a:xfrm>
            <a:off x="6721240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0" name="Rectangle 719"/>
          <p:cNvSpPr/>
          <p:nvPr/>
        </p:nvSpPr>
        <p:spPr>
          <a:xfrm>
            <a:off x="6732212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1" name="Rectangle 720"/>
          <p:cNvSpPr/>
          <p:nvPr/>
        </p:nvSpPr>
        <p:spPr>
          <a:xfrm>
            <a:off x="6732212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2" name="Rectangle 721"/>
          <p:cNvSpPr/>
          <p:nvPr/>
        </p:nvSpPr>
        <p:spPr>
          <a:xfrm>
            <a:off x="6732212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3" name="Rectangle 722"/>
          <p:cNvSpPr/>
          <p:nvPr/>
        </p:nvSpPr>
        <p:spPr>
          <a:xfrm>
            <a:off x="6732212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4" name="Rectangle 723"/>
          <p:cNvSpPr/>
          <p:nvPr/>
        </p:nvSpPr>
        <p:spPr>
          <a:xfrm>
            <a:off x="6732212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5" name="Rectangle 724"/>
          <p:cNvSpPr/>
          <p:nvPr/>
        </p:nvSpPr>
        <p:spPr>
          <a:xfrm>
            <a:off x="6732212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6" name="Rectangle 725"/>
          <p:cNvSpPr/>
          <p:nvPr/>
        </p:nvSpPr>
        <p:spPr>
          <a:xfrm>
            <a:off x="6732212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7" name="Rectangle 726"/>
          <p:cNvSpPr/>
          <p:nvPr/>
        </p:nvSpPr>
        <p:spPr>
          <a:xfrm>
            <a:off x="6732212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8" name="Rectangle 727"/>
          <p:cNvSpPr/>
          <p:nvPr/>
        </p:nvSpPr>
        <p:spPr>
          <a:xfrm>
            <a:off x="6732212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9" name="Rectangle 728"/>
          <p:cNvSpPr/>
          <p:nvPr/>
        </p:nvSpPr>
        <p:spPr>
          <a:xfrm>
            <a:off x="6732212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0" name="Rectangle 729"/>
          <p:cNvSpPr/>
          <p:nvPr/>
        </p:nvSpPr>
        <p:spPr>
          <a:xfrm>
            <a:off x="6732212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1" name="Rectangle 730"/>
          <p:cNvSpPr/>
          <p:nvPr/>
        </p:nvSpPr>
        <p:spPr>
          <a:xfrm>
            <a:off x="6732212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2" name="Rectangle 731"/>
          <p:cNvSpPr/>
          <p:nvPr/>
        </p:nvSpPr>
        <p:spPr>
          <a:xfrm>
            <a:off x="6732212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3" name="Rectangle 732"/>
          <p:cNvSpPr/>
          <p:nvPr/>
        </p:nvSpPr>
        <p:spPr>
          <a:xfrm>
            <a:off x="6732212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4" name="Rectangle 733"/>
          <p:cNvSpPr/>
          <p:nvPr/>
        </p:nvSpPr>
        <p:spPr>
          <a:xfrm>
            <a:off x="6732212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5" name="Rectangle 734"/>
          <p:cNvSpPr/>
          <p:nvPr/>
        </p:nvSpPr>
        <p:spPr>
          <a:xfrm>
            <a:off x="6732212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6" name="Rectangle 735"/>
          <p:cNvSpPr/>
          <p:nvPr/>
        </p:nvSpPr>
        <p:spPr>
          <a:xfrm>
            <a:off x="6823612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7" name="Rectangle 736"/>
          <p:cNvSpPr/>
          <p:nvPr/>
        </p:nvSpPr>
        <p:spPr>
          <a:xfrm>
            <a:off x="6834585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8" name="Rectangle 737"/>
          <p:cNvSpPr/>
          <p:nvPr/>
        </p:nvSpPr>
        <p:spPr>
          <a:xfrm>
            <a:off x="6834585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9" name="Rectangle 738"/>
          <p:cNvSpPr/>
          <p:nvPr/>
        </p:nvSpPr>
        <p:spPr>
          <a:xfrm>
            <a:off x="6834585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0" name="Rectangle 739"/>
          <p:cNvSpPr/>
          <p:nvPr/>
        </p:nvSpPr>
        <p:spPr>
          <a:xfrm>
            <a:off x="6834585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1" name="Rectangle 740"/>
          <p:cNvSpPr/>
          <p:nvPr/>
        </p:nvSpPr>
        <p:spPr>
          <a:xfrm>
            <a:off x="6834585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2" name="Rectangle 741"/>
          <p:cNvSpPr/>
          <p:nvPr/>
        </p:nvSpPr>
        <p:spPr>
          <a:xfrm>
            <a:off x="6834585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3" name="Rectangle 742"/>
          <p:cNvSpPr/>
          <p:nvPr/>
        </p:nvSpPr>
        <p:spPr>
          <a:xfrm>
            <a:off x="6834585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4" name="Rectangle 743"/>
          <p:cNvSpPr/>
          <p:nvPr/>
        </p:nvSpPr>
        <p:spPr>
          <a:xfrm>
            <a:off x="6834585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5" name="Rectangle 744"/>
          <p:cNvSpPr/>
          <p:nvPr/>
        </p:nvSpPr>
        <p:spPr>
          <a:xfrm>
            <a:off x="6834585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6" name="Rectangle 745"/>
          <p:cNvSpPr/>
          <p:nvPr/>
        </p:nvSpPr>
        <p:spPr>
          <a:xfrm>
            <a:off x="6834585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7" name="Rectangle 746"/>
          <p:cNvSpPr/>
          <p:nvPr/>
        </p:nvSpPr>
        <p:spPr>
          <a:xfrm>
            <a:off x="6834585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8" name="Rectangle 747"/>
          <p:cNvSpPr/>
          <p:nvPr/>
        </p:nvSpPr>
        <p:spPr>
          <a:xfrm>
            <a:off x="6834585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9" name="Rectangle 748"/>
          <p:cNvSpPr/>
          <p:nvPr/>
        </p:nvSpPr>
        <p:spPr>
          <a:xfrm>
            <a:off x="6834585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0" name="Rectangle 749"/>
          <p:cNvSpPr/>
          <p:nvPr/>
        </p:nvSpPr>
        <p:spPr>
          <a:xfrm>
            <a:off x="6834585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1" name="Rectangle 750"/>
          <p:cNvSpPr/>
          <p:nvPr/>
        </p:nvSpPr>
        <p:spPr>
          <a:xfrm>
            <a:off x="6834585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2" name="Rectangle 751"/>
          <p:cNvSpPr/>
          <p:nvPr/>
        </p:nvSpPr>
        <p:spPr>
          <a:xfrm>
            <a:off x="6834585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3" name="Rectangle 752"/>
          <p:cNvSpPr/>
          <p:nvPr/>
        </p:nvSpPr>
        <p:spPr>
          <a:xfrm>
            <a:off x="6929643" y="1289304"/>
            <a:ext cx="9144" cy="464515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4" name="Rectangle 753"/>
          <p:cNvSpPr/>
          <p:nvPr/>
        </p:nvSpPr>
        <p:spPr>
          <a:xfrm>
            <a:off x="6957075" y="1289304"/>
            <a:ext cx="804351" cy="155448"/>
          </a:xfrm>
          <a:prstGeom prst="rect">
            <a:avLst/>
          </a:prstGeom>
          <a:solidFill>
            <a:srgbClr val="2E5FA3"/>
          </a:solidFill>
          <a:ln w="508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5" name="TextBox 754"/>
          <p:cNvSpPr txBox="1"/>
          <p:nvPr/>
        </p:nvSpPr>
        <p:spPr>
          <a:xfrm>
            <a:off x="6957075" y="1289304"/>
            <a:ext cx="804351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Calibri"/>
              </a:rPr>
              <a:t>CIOC-03</a:t>
            </a:r>
          </a:p>
        </p:txBody>
      </p:sp>
      <p:sp>
        <p:nvSpPr>
          <p:cNvPr id="756" name="Rectangle 755"/>
          <p:cNvSpPr/>
          <p:nvPr/>
        </p:nvSpPr>
        <p:spPr>
          <a:xfrm>
            <a:off x="6957075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7" name="Rectangle 756"/>
          <p:cNvSpPr/>
          <p:nvPr/>
        </p:nvSpPr>
        <p:spPr>
          <a:xfrm>
            <a:off x="6968048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8" name="Rectangle 757"/>
          <p:cNvSpPr/>
          <p:nvPr/>
        </p:nvSpPr>
        <p:spPr>
          <a:xfrm>
            <a:off x="6968048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9" name="Rectangle 758"/>
          <p:cNvSpPr/>
          <p:nvPr/>
        </p:nvSpPr>
        <p:spPr>
          <a:xfrm>
            <a:off x="6968048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0" name="Rectangle 759"/>
          <p:cNvSpPr/>
          <p:nvPr/>
        </p:nvSpPr>
        <p:spPr>
          <a:xfrm>
            <a:off x="6968048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1" name="Rectangle 760"/>
          <p:cNvSpPr/>
          <p:nvPr/>
        </p:nvSpPr>
        <p:spPr>
          <a:xfrm>
            <a:off x="6968048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2" name="Rectangle 761"/>
          <p:cNvSpPr/>
          <p:nvPr/>
        </p:nvSpPr>
        <p:spPr>
          <a:xfrm>
            <a:off x="6968048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3" name="Rectangle 762"/>
          <p:cNvSpPr/>
          <p:nvPr/>
        </p:nvSpPr>
        <p:spPr>
          <a:xfrm>
            <a:off x="6968048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4" name="Rectangle 763"/>
          <p:cNvSpPr/>
          <p:nvPr/>
        </p:nvSpPr>
        <p:spPr>
          <a:xfrm>
            <a:off x="6968048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5" name="Rectangle 764"/>
          <p:cNvSpPr/>
          <p:nvPr/>
        </p:nvSpPr>
        <p:spPr>
          <a:xfrm>
            <a:off x="6968048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6" name="Rectangle 765"/>
          <p:cNvSpPr/>
          <p:nvPr/>
        </p:nvSpPr>
        <p:spPr>
          <a:xfrm>
            <a:off x="6968048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7" name="Rectangle 766"/>
          <p:cNvSpPr/>
          <p:nvPr/>
        </p:nvSpPr>
        <p:spPr>
          <a:xfrm>
            <a:off x="6968048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8" name="Rectangle 767"/>
          <p:cNvSpPr/>
          <p:nvPr/>
        </p:nvSpPr>
        <p:spPr>
          <a:xfrm>
            <a:off x="6968048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9" name="Rectangle 768"/>
          <p:cNvSpPr/>
          <p:nvPr/>
        </p:nvSpPr>
        <p:spPr>
          <a:xfrm>
            <a:off x="6968048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0" name="Rectangle 769"/>
          <p:cNvSpPr/>
          <p:nvPr/>
        </p:nvSpPr>
        <p:spPr>
          <a:xfrm>
            <a:off x="6968048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1" name="Rectangle 770"/>
          <p:cNvSpPr/>
          <p:nvPr/>
        </p:nvSpPr>
        <p:spPr>
          <a:xfrm>
            <a:off x="6968048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2" name="Rectangle 771"/>
          <p:cNvSpPr/>
          <p:nvPr/>
        </p:nvSpPr>
        <p:spPr>
          <a:xfrm>
            <a:off x="6968048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3" name="Rectangle 772"/>
          <p:cNvSpPr/>
          <p:nvPr/>
        </p:nvSpPr>
        <p:spPr>
          <a:xfrm>
            <a:off x="7059448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4" name="Rectangle 773"/>
          <p:cNvSpPr/>
          <p:nvPr/>
        </p:nvSpPr>
        <p:spPr>
          <a:xfrm>
            <a:off x="7070420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5" name="Rectangle 774"/>
          <p:cNvSpPr/>
          <p:nvPr/>
        </p:nvSpPr>
        <p:spPr>
          <a:xfrm>
            <a:off x="7070420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6" name="Rectangle 775"/>
          <p:cNvSpPr/>
          <p:nvPr/>
        </p:nvSpPr>
        <p:spPr>
          <a:xfrm>
            <a:off x="7070420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7" name="Rectangle 776"/>
          <p:cNvSpPr/>
          <p:nvPr/>
        </p:nvSpPr>
        <p:spPr>
          <a:xfrm>
            <a:off x="7070420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8" name="Rectangle 777"/>
          <p:cNvSpPr/>
          <p:nvPr/>
        </p:nvSpPr>
        <p:spPr>
          <a:xfrm>
            <a:off x="7070420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9" name="Rectangle 778"/>
          <p:cNvSpPr/>
          <p:nvPr/>
        </p:nvSpPr>
        <p:spPr>
          <a:xfrm>
            <a:off x="7070420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0" name="Rectangle 779"/>
          <p:cNvSpPr/>
          <p:nvPr/>
        </p:nvSpPr>
        <p:spPr>
          <a:xfrm>
            <a:off x="7070420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1" name="Rectangle 780"/>
          <p:cNvSpPr/>
          <p:nvPr/>
        </p:nvSpPr>
        <p:spPr>
          <a:xfrm>
            <a:off x="7070420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2" name="Rectangle 781"/>
          <p:cNvSpPr/>
          <p:nvPr/>
        </p:nvSpPr>
        <p:spPr>
          <a:xfrm>
            <a:off x="7070420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3" name="Rectangle 782"/>
          <p:cNvSpPr/>
          <p:nvPr/>
        </p:nvSpPr>
        <p:spPr>
          <a:xfrm>
            <a:off x="7070420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4" name="Rectangle 783"/>
          <p:cNvSpPr/>
          <p:nvPr/>
        </p:nvSpPr>
        <p:spPr>
          <a:xfrm>
            <a:off x="7070420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5" name="Rectangle 784"/>
          <p:cNvSpPr/>
          <p:nvPr/>
        </p:nvSpPr>
        <p:spPr>
          <a:xfrm>
            <a:off x="7070420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6" name="Rectangle 785"/>
          <p:cNvSpPr/>
          <p:nvPr/>
        </p:nvSpPr>
        <p:spPr>
          <a:xfrm>
            <a:off x="7070420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7" name="Rectangle 786"/>
          <p:cNvSpPr/>
          <p:nvPr/>
        </p:nvSpPr>
        <p:spPr>
          <a:xfrm>
            <a:off x="7070420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8" name="Rectangle 787"/>
          <p:cNvSpPr/>
          <p:nvPr/>
        </p:nvSpPr>
        <p:spPr>
          <a:xfrm>
            <a:off x="7070420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9" name="Rectangle 788"/>
          <p:cNvSpPr/>
          <p:nvPr/>
        </p:nvSpPr>
        <p:spPr>
          <a:xfrm>
            <a:off x="7070420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0" name="Rectangle 789"/>
          <p:cNvSpPr/>
          <p:nvPr/>
        </p:nvSpPr>
        <p:spPr>
          <a:xfrm>
            <a:off x="7161820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1" name="Rectangle 790"/>
          <p:cNvSpPr/>
          <p:nvPr/>
        </p:nvSpPr>
        <p:spPr>
          <a:xfrm>
            <a:off x="7172793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2" name="Rectangle 791"/>
          <p:cNvSpPr/>
          <p:nvPr/>
        </p:nvSpPr>
        <p:spPr>
          <a:xfrm>
            <a:off x="7172793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3" name="Rectangle 792"/>
          <p:cNvSpPr/>
          <p:nvPr/>
        </p:nvSpPr>
        <p:spPr>
          <a:xfrm>
            <a:off x="7172793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4" name="Rectangle 793"/>
          <p:cNvSpPr/>
          <p:nvPr/>
        </p:nvSpPr>
        <p:spPr>
          <a:xfrm>
            <a:off x="7172793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5" name="Rectangle 794"/>
          <p:cNvSpPr/>
          <p:nvPr/>
        </p:nvSpPr>
        <p:spPr>
          <a:xfrm>
            <a:off x="7172793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6" name="Rectangle 795"/>
          <p:cNvSpPr/>
          <p:nvPr/>
        </p:nvSpPr>
        <p:spPr>
          <a:xfrm>
            <a:off x="7172793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7" name="Rectangle 796"/>
          <p:cNvSpPr/>
          <p:nvPr/>
        </p:nvSpPr>
        <p:spPr>
          <a:xfrm>
            <a:off x="7172793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8" name="Rectangle 797"/>
          <p:cNvSpPr/>
          <p:nvPr/>
        </p:nvSpPr>
        <p:spPr>
          <a:xfrm>
            <a:off x="7172793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9" name="Rectangle 798"/>
          <p:cNvSpPr/>
          <p:nvPr/>
        </p:nvSpPr>
        <p:spPr>
          <a:xfrm>
            <a:off x="7172793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0" name="Rectangle 799"/>
          <p:cNvSpPr/>
          <p:nvPr/>
        </p:nvSpPr>
        <p:spPr>
          <a:xfrm>
            <a:off x="7172793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1" name="Rectangle 800"/>
          <p:cNvSpPr/>
          <p:nvPr/>
        </p:nvSpPr>
        <p:spPr>
          <a:xfrm>
            <a:off x="7172793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2" name="Rectangle 801"/>
          <p:cNvSpPr/>
          <p:nvPr/>
        </p:nvSpPr>
        <p:spPr>
          <a:xfrm>
            <a:off x="7172793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3" name="Rectangle 802"/>
          <p:cNvSpPr/>
          <p:nvPr/>
        </p:nvSpPr>
        <p:spPr>
          <a:xfrm>
            <a:off x="7172793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4" name="Rectangle 803"/>
          <p:cNvSpPr/>
          <p:nvPr/>
        </p:nvSpPr>
        <p:spPr>
          <a:xfrm>
            <a:off x="7172793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5" name="Rectangle 804"/>
          <p:cNvSpPr/>
          <p:nvPr/>
        </p:nvSpPr>
        <p:spPr>
          <a:xfrm>
            <a:off x="7172793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6" name="Rectangle 805"/>
          <p:cNvSpPr/>
          <p:nvPr/>
        </p:nvSpPr>
        <p:spPr>
          <a:xfrm>
            <a:off x="7172793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7" name="Rectangle 806"/>
          <p:cNvSpPr/>
          <p:nvPr/>
        </p:nvSpPr>
        <p:spPr>
          <a:xfrm>
            <a:off x="7264193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8" name="Rectangle 807"/>
          <p:cNvSpPr/>
          <p:nvPr/>
        </p:nvSpPr>
        <p:spPr>
          <a:xfrm>
            <a:off x="7275166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9" name="Rectangle 808"/>
          <p:cNvSpPr/>
          <p:nvPr/>
        </p:nvSpPr>
        <p:spPr>
          <a:xfrm>
            <a:off x="7275166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0" name="Rectangle 809"/>
          <p:cNvSpPr/>
          <p:nvPr/>
        </p:nvSpPr>
        <p:spPr>
          <a:xfrm>
            <a:off x="7275166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1" name="Rectangle 810"/>
          <p:cNvSpPr/>
          <p:nvPr/>
        </p:nvSpPr>
        <p:spPr>
          <a:xfrm>
            <a:off x="7275166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2" name="Rectangle 811"/>
          <p:cNvSpPr/>
          <p:nvPr/>
        </p:nvSpPr>
        <p:spPr>
          <a:xfrm>
            <a:off x="7275166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3" name="Rectangle 812"/>
          <p:cNvSpPr/>
          <p:nvPr/>
        </p:nvSpPr>
        <p:spPr>
          <a:xfrm>
            <a:off x="7275166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4" name="Rectangle 813"/>
          <p:cNvSpPr/>
          <p:nvPr/>
        </p:nvSpPr>
        <p:spPr>
          <a:xfrm>
            <a:off x="7275166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5" name="Rectangle 814"/>
          <p:cNvSpPr/>
          <p:nvPr/>
        </p:nvSpPr>
        <p:spPr>
          <a:xfrm>
            <a:off x="7275166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6" name="Rectangle 815"/>
          <p:cNvSpPr/>
          <p:nvPr/>
        </p:nvSpPr>
        <p:spPr>
          <a:xfrm>
            <a:off x="7275166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7" name="Rectangle 816"/>
          <p:cNvSpPr/>
          <p:nvPr/>
        </p:nvSpPr>
        <p:spPr>
          <a:xfrm>
            <a:off x="7275166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8" name="Rectangle 817"/>
          <p:cNvSpPr/>
          <p:nvPr/>
        </p:nvSpPr>
        <p:spPr>
          <a:xfrm>
            <a:off x="7275166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9" name="Rectangle 818"/>
          <p:cNvSpPr/>
          <p:nvPr/>
        </p:nvSpPr>
        <p:spPr>
          <a:xfrm>
            <a:off x="7275166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0" name="Rectangle 819"/>
          <p:cNvSpPr/>
          <p:nvPr/>
        </p:nvSpPr>
        <p:spPr>
          <a:xfrm>
            <a:off x="7275166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1" name="Rectangle 820"/>
          <p:cNvSpPr/>
          <p:nvPr/>
        </p:nvSpPr>
        <p:spPr>
          <a:xfrm>
            <a:off x="7275166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2" name="Rectangle 821"/>
          <p:cNvSpPr/>
          <p:nvPr/>
        </p:nvSpPr>
        <p:spPr>
          <a:xfrm>
            <a:off x="7275166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3" name="Rectangle 822"/>
          <p:cNvSpPr/>
          <p:nvPr/>
        </p:nvSpPr>
        <p:spPr>
          <a:xfrm>
            <a:off x="7275166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4" name="Rectangle 823"/>
          <p:cNvSpPr/>
          <p:nvPr/>
        </p:nvSpPr>
        <p:spPr>
          <a:xfrm>
            <a:off x="7366566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5" name="Rectangle 824"/>
          <p:cNvSpPr/>
          <p:nvPr/>
        </p:nvSpPr>
        <p:spPr>
          <a:xfrm>
            <a:off x="7377539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6" name="Rectangle 825"/>
          <p:cNvSpPr/>
          <p:nvPr/>
        </p:nvSpPr>
        <p:spPr>
          <a:xfrm>
            <a:off x="7377539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7" name="Rectangle 826"/>
          <p:cNvSpPr/>
          <p:nvPr/>
        </p:nvSpPr>
        <p:spPr>
          <a:xfrm>
            <a:off x="7377539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8" name="Rectangle 827"/>
          <p:cNvSpPr/>
          <p:nvPr/>
        </p:nvSpPr>
        <p:spPr>
          <a:xfrm>
            <a:off x="7377539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9" name="Rectangle 828"/>
          <p:cNvSpPr/>
          <p:nvPr/>
        </p:nvSpPr>
        <p:spPr>
          <a:xfrm>
            <a:off x="7377539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0" name="Rectangle 829"/>
          <p:cNvSpPr/>
          <p:nvPr/>
        </p:nvSpPr>
        <p:spPr>
          <a:xfrm>
            <a:off x="7377539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1" name="Rectangle 830"/>
          <p:cNvSpPr/>
          <p:nvPr/>
        </p:nvSpPr>
        <p:spPr>
          <a:xfrm>
            <a:off x="7377539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2" name="Rectangle 831"/>
          <p:cNvSpPr/>
          <p:nvPr/>
        </p:nvSpPr>
        <p:spPr>
          <a:xfrm>
            <a:off x="7377539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3" name="Rectangle 832"/>
          <p:cNvSpPr/>
          <p:nvPr/>
        </p:nvSpPr>
        <p:spPr>
          <a:xfrm>
            <a:off x="7377539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4" name="Rectangle 833"/>
          <p:cNvSpPr/>
          <p:nvPr/>
        </p:nvSpPr>
        <p:spPr>
          <a:xfrm>
            <a:off x="7377539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5" name="Rectangle 834"/>
          <p:cNvSpPr/>
          <p:nvPr/>
        </p:nvSpPr>
        <p:spPr>
          <a:xfrm>
            <a:off x="7377539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6" name="Rectangle 835"/>
          <p:cNvSpPr/>
          <p:nvPr/>
        </p:nvSpPr>
        <p:spPr>
          <a:xfrm>
            <a:off x="7377539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7" name="Rectangle 836"/>
          <p:cNvSpPr/>
          <p:nvPr/>
        </p:nvSpPr>
        <p:spPr>
          <a:xfrm>
            <a:off x="7377539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8" name="Rectangle 837"/>
          <p:cNvSpPr/>
          <p:nvPr/>
        </p:nvSpPr>
        <p:spPr>
          <a:xfrm>
            <a:off x="7377539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9" name="Rectangle 838"/>
          <p:cNvSpPr/>
          <p:nvPr/>
        </p:nvSpPr>
        <p:spPr>
          <a:xfrm>
            <a:off x="7377539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0" name="Rectangle 839"/>
          <p:cNvSpPr/>
          <p:nvPr/>
        </p:nvSpPr>
        <p:spPr>
          <a:xfrm>
            <a:off x="7377539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1" name="Rectangle 840"/>
          <p:cNvSpPr/>
          <p:nvPr/>
        </p:nvSpPr>
        <p:spPr>
          <a:xfrm>
            <a:off x="7468939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2" name="Rectangle 841"/>
          <p:cNvSpPr/>
          <p:nvPr/>
        </p:nvSpPr>
        <p:spPr>
          <a:xfrm>
            <a:off x="7479912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3" name="Rectangle 842"/>
          <p:cNvSpPr/>
          <p:nvPr/>
        </p:nvSpPr>
        <p:spPr>
          <a:xfrm>
            <a:off x="7479912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4" name="Rectangle 843"/>
          <p:cNvSpPr/>
          <p:nvPr/>
        </p:nvSpPr>
        <p:spPr>
          <a:xfrm>
            <a:off x="7479912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5" name="Rectangle 844"/>
          <p:cNvSpPr/>
          <p:nvPr/>
        </p:nvSpPr>
        <p:spPr>
          <a:xfrm>
            <a:off x="7479912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6" name="Rectangle 845"/>
          <p:cNvSpPr/>
          <p:nvPr/>
        </p:nvSpPr>
        <p:spPr>
          <a:xfrm>
            <a:off x="7479912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7" name="Rectangle 846"/>
          <p:cNvSpPr/>
          <p:nvPr/>
        </p:nvSpPr>
        <p:spPr>
          <a:xfrm>
            <a:off x="7479912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8" name="Rectangle 847"/>
          <p:cNvSpPr/>
          <p:nvPr/>
        </p:nvSpPr>
        <p:spPr>
          <a:xfrm>
            <a:off x="7479912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9" name="Rectangle 848"/>
          <p:cNvSpPr/>
          <p:nvPr/>
        </p:nvSpPr>
        <p:spPr>
          <a:xfrm>
            <a:off x="7479912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0" name="Rectangle 849"/>
          <p:cNvSpPr/>
          <p:nvPr/>
        </p:nvSpPr>
        <p:spPr>
          <a:xfrm>
            <a:off x="7479912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1" name="Rectangle 850"/>
          <p:cNvSpPr/>
          <p:nvPr/>
        </p:nvSpPr>
        <p:spPr>
          <a:xfrm>
            <a:off x="7479912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2" name="Rectangle 851"/>
          <p:cNvSpPr/>
          <p:nvPr/>
        </p:nvSpPr>
        <p:spPr>
          <a:xfrm>
            <a:off x="7479912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3" name="Rectangle 852"/>
          <p:cNvSpPr/>
          <p:nvPr/>
        </p:nvSpPr>
        <p:spPr>
          <a:xfrm>
            <a:off x="7479912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4" name="Rectangle 853"/>
          <p:cNvSpPr/>
          <p:nvPr/>
        </p:nvSpPr>
        <p:spPr>
          <a:xfrm>
            <a:off x="7479912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5" name="Rectangle 854"/>
          <p:cNvSpPr/>
          <p:nvPr/>
        </p:nvSpPr>
        <p:spPr>
          <a:xfrm>
            <a:off x="7479912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6" name="Rectangle 855"/>
          <p:cNvSpPr/>
          <p:nvPr/>
        </p:nvSpPr>
        <p:spPr>
          <a:xfrm>
            <a:off x="7479912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7" name="Rectangle 856"/>
          <p:cNvSpPr/>
          <p:nvPr/>
        </p:nvSpPr>
        <p:spPr>
          <a:xfrm>
            <a:off x="7479912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8" name="Rectangle 857"/>
          <p:cNvSpPr/>
          <p:nvPr/>
        </p:nvSpPr>
        <p:spPr>
          <a:xfrm>
            <a:off x="7571312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" name="Rectangle 858"/>
          <p:cNvSpPr/>
          <p:nvPr/>
        </p:nvSpPr>
        <p:spPr>
          <a:xfrm>
            <a:off x="7582284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0" name="Rectangle 859"/>
          <p:cNvSpPr/>
          <p:nvPr/>
        </p:nvSpPr>
        <p:spPr>
          <a:xfrm>
            <a:off x="7582284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1" name="Rectangle 860"/>
          <p:cNvSpPr/>
          <p:nvPr/>
        </p:nvSpPr>
        <p:spPr>
          <a:xfrm>
            <a:off x="7582284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2" name="Rectangle 861"/>
          <p:cNvSpPr/>
          <p:nvPr/>
        </p:nvSpPr>
        <p:spPr>
          <a:xfrm>
            <a:off x="7582284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3" name="Rectangle 862"/>
          <p:cNvSpPr/>
          <p:nvPr/>
        </p:nvSpPr>
        <p:spPr>
          <a:xfrm>
            <a:off x="7582284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4" name="Rectangle 863"/>
          <p:cNvSpPr/>
          <p:nvPr/>
        </p:nvSpPr>
        <p:spPr>
          <a:xfrm>
            <a:off x="7582284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5" name="Rectangle 864"/>
          <p:cNvSpPr/>
          <p:nvPr/>
        </p:nvSpPr>
        <p:spPr>
          <a:xfrm>
            <a:off x="7582284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6" name="Rectangle 865"/>
          <p:cNvSpPr/>
          <p:nvPr/>
        </p:nvSpPr>
        <p:spPr>
          <a:xfrm>
            <a:off x="7582284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7" name="Rectangle 866"/>
          <p:cNvSpPr/>
          <p:nvPr/>
        </p:nvSpPr>
        <p:spPr>
          <a:xfrm>
            <a:off x="7582284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8" name="Rectangle 867"/>
          <p:cNvSpPr/>
          <p:nvPr/>
        </p:nvSpPr>
        <p:spPr>
          <a:xfrm>
            <a:off x="7582284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9" name="Rectangle 868"/>
          <p:cNvSpPr/>
          <p:nvPr/>
        </p:nvSpPr>
        <p:spPr>
          <a:xfrm>
            <a:off x="7582284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0" name="Rectangle 869"/>
          <p:cNvSpPr/>
          <p:nvPr/>
        </p:nvSpPr>
        <p:spPr>
          <a:xfrm>
            <a:off x="7582284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1" name="Rectangle 870"/>
          <p:cNvSpPr/>
          <p:nvPr/>
        </p:nvSpPr>
        <p:spPr>
          <a:xfrm>
            <a:off x="7582284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2" name="Rectangle 871"/>
          <p:cNvSpPr/>
          <p:nvPr/>
        </p:nvSpPr>
        <p:spPr>
          <a:xfrm>
            <a:off x="7582284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3" name="Rectangle 872"/>
          <p:cNvSpPr/>
          <p:nvPr/>
        </p:nvSpPr>
        <p:spPr>
          <a:xfrm>
            <a:off x="7582284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4" name="Rectangle 873"/>
          <p:cNvSpPr/>
          <p:nvPr/>
        </p:nvSpPr>
        <p:spPr>
          <a:xfrm>
            <a:off x="7582284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5" name="Rectangle 874"/>
          <p:cNvSpPr/>
          <p:nvPr/>
        </p:nvSpPr>
        <p:spPr>
          <a:xfrm>
            <a:off x="7673684" y="1467612"/>
            <a:ext cx="87742" cy="4466844"/>
          </a:xfrm>
          <a:prstGeom prst="rect">
            <a:avLst/>
          </a:prstGeom>
          <a:solidFill>
            <a:srgbClr val="8B4513"/>
          </a:solidFill>
          <a:ln w="5080">
            <a:solidFill>
              <a:srgbClr val="5A2D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6" name="Rectangle 875"/>
          <p:cNvSpPr/>
          <p:nvPr/>
        </p:nvSpPr>
        <p:spPr>
          <a:xfrm>
            <a:off x="7684657" y="148590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7" name="Rectangle 876"/>
          <p:cNvSpPr/>
          <p:nvPr/>
        </p:nvSpPr>
        <p:spPr>
          <a:xfrm>
            <a:off x="7684657" y="1762791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8" name="Rectangle 877"/>
          <p:cNvSpPr/>
          <p:nvPr/>
        </p:nvSpPr>
        <p:spPr>
          <a:xfrm>
            <a:off x="7684657" y="203968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9" name="Rectangle 878"/>
          <p:cNvSpPr/>
          <p:nvPr/>
        </p:nvSpPr>
        <p:spPr>
          <a:xfrm>
            <a:off x="7684657" y="231657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0" name="Rectangle 879"/>
          <p:cNvSpPr/>
          <p:nvPr/>
        </p:nvSpPr>
        <p:spPr>
          <a:xfrm>
            <a:off x="7684657" y="2593466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1" name="Rectangle 880"/>
          <p:cNvSpPr/>
          <p:nvPr/>
        </p:nvSpPr>
        <p:spPr>
          <a:xfrm>
            <a:off x="7684657" y="2870358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2" name="Rectangle 881"/>
          <p:cNvSpPr/>
          <p:nvPr/>
        </p:nvSpPr>
        <p:spPr>
          <a:xfrm>
            <a:off x="7684657" y="3147250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3" name="Rectangle 882"/>
          <p:cNvSpPr/>
          <p:nvPr/>
        </p:nvSpPr>
        <p:spPr>
          <a:xfrm>
            <a:off x="7684657" y="342414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4" name="Rectangle 883"/>
          <p:cNvSpPr/>
          <p:nvPr/>
        </p:nvSpPr>
        <p:spPr>
          <a:xfrm>
            <a:off x="7684657" y="3701033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5" name="Rectangle 884"/>
          <p:cNvSpPr/>
          <p:nvPr/>
        </p:nvSpPr>
        <p:spPr>
          <a:xfrm>
            <a:off x="7684657" y="3977925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6" name="Rectangle 885"/>
          <p:cNvSpPr/>
          <p:nvPr/>
        </p:nvSpPr>
        <p:spPr>
          <a:xfrm>
            <a:off x="7684657" y="4254817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7" name="Rectangle 886"/>
          <p:cNvSpPr/>
          <p:nvPr/>
        </p:nvSpPr>
        <p:spPr>
          <a:xfrm>
            <a:off x="7684657" y="4531709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8" name="Rectangle 887"/>
          <p:cNvSpPr/>
          <p:nvPr/>
        </p:nvSpPr>
        <p:spPr>
          <a:xfrm>
            <a:off x="7684657" y="4808601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9" name="Rectangle 888"/>
          <p:cNvSpPr/>
          <p:nvPr/>
        </p:nvSpPr>
        <p:spPr>
          <a:xfrm>
            <a:off x="7684657" y="5085492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0" name="Rectangle 889"/>
          <p:cNvSpPr/>
          <p:nvPr/>
        </p:nvSpPr>
        <p:spPr>
          <a:xfrm>
            <a:off x="7684657" y="5362384"/>
            <a:ext cx="65796" cy="269576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1" name="Rectangle 890"/>
          <p:cNvSpPr/>
          <p:nvPr/>
        </p:nvSpPr>
        <p:spPr>
          <a:xfrm>
            <a:off x="7684657" y="5639276"/>
            <a:ext cx="65796" cy="269576"/>
          </a:xfrm>
          <a:prstGeom prst="rect">
            <a:avLst/>
          </a:prstGeom>
          <a:solidFill>
            <a:srgbClr val="E0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2" name="TextBox 891"/>
          <p:cNvSpPr txBox="1"/>
          <p:nvPr/>
        </p:nvSpPr>
        <p:spPr>
          <a:xfrm>
            <a:off x="5256931" y="5943600"/>
            <a:ext cx="253375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1">
                <a:solidFill>
                  <a:srgbClr val="444444"/>
                </a:solidFill>
                <a:latin typeface="Calibri"/>
              </a:rPr>
              <a:t>CHARM I/O  ·  3 towers  ·  24 baseplates</a:t>
            </a:r>
          </a:p>
        </p:txBody>
      </p:sp>
      <p:sp>
        <p:nvSpPr>
          <p:cNvPr id="893" name="TextBox 892"/>
          <p:cNvSpPr txBox="1"/>
          <p:nvPr/>
        </p:nvSpPr>
        <p:spPr>
          <a:xfrm>
            <a:off x="5183779" y="6144768"/>
            <a:ext cx="26800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I/O Cabinet #2</a:t>
            </a:r>
          </a:p>
        </p:txBody>
      </p:sp>
      <p:sp>
        <p:nvSpPr>
          <p:cNvPr id="894" name="Rectangle 893"/>
          <p:cNvSpPr/>
          <p:nvPr/>
        </p:nvSpPr>
        <p:spPr>
          <a:xfrm>
            <a:off x="301752" y="978407"/>
            <a:ext cx="7488936" cy="22860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5" name="Rectangle 894"/>
          <p:cNvSpPr/>
          <p:nvPr/>
        </p:nvSpPr>
        <p:spPr>
          <a:xfrm>
            <a:off x="1210711" y="978407"/>
            <a:ext cx="18288" cy="109728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6" name="Rectangle 895"/>
          <p:cNvSpPr/>
          <p:nvPr/>
        </p:nvSpPr>
        <p:spPr>
          <a:xfrm>
            <a:off x="3688300" y="978407"/>
            <a:ext cx="18288" cy="109728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7" name="Rectangle 896"/>
          <p:cNvSpPr/>
          <p:nvPr/>
        </p:nvSpPr>
        <p:spPr>
          <a:xfrm>
            <a:off x="6514665" y="978407"/>
            <a:ext cx="18288" cy="109728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8" name="Rectangle 897"/>
          <p:cNvSpPr/>
          <p:nvPr/>
        </p:nvSpPr>
        <p:spPr>
          <a:xfrm>
            <a:off x="5740145" y="6289700"/>
            <a:ext cx="201168" cy="130759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FOPP</a:t>
            </a:r>
          </a:p>
        </p:txBody>
      </p:sp>
      <p:sp>
        <p:nvSpPr>
          <p:cNvPr id="899" name="TextBox 898"/>
          <p:cNvSpPr txBox="1"/>
          <p:nvPr/>
        </p:nvSpPr>
        <p:spPr>
          <a:xfrm>
            <a:off x="5612129" y="617220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444444"/>
                </a:solidFill>
                <a:latin typeface="Calibri"/>
              </a:rPr>
              <a:t>FOPP DIN m</a:t>
            </a:r>
          </a:p>
        </p:txBody>
      </p:sp>
      <p:sp>
        <p:nvSpPr>
          <p:cNvPr id="900" name="Rectangle 899"/>
          <p:cNvSpPr/>
          <p:nvPr/>
        </p:nvSpPr>
        <p:spPr>
          <a:xfrm>
            <a:off x="5831586" y="978407"/>
            <a:ext cx="18288" cy="5422392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1" name="Rectangle 900"/>
          <p:cNvSpPr/>
          <p:nvPr/>
        </p:nvSpPr>
        <p:spPr>
          <a:xfrm>
            <a:off x="8357615" y="6289700"/>
            <a:ext cx="201168" cy="130759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FOPP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8275319" y="617220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444444"/>
                </a:solidFill>
                <a:latin typeface="Calibri"/>
              </a:rPr>
              <a:t>FOPP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5950457" y="6345936"/>
            <a:ext cx="2398013" cy="18288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Rectangle 903"/>
          <p:cNvSpPr/>
          <p:nvPr/>
        </p:nvSpPr>
        <p:spPr>
          <a:xfrm>
            <a:off x="8449055" y="960120"/>
            <a:ext cx="18288" cy="5394960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Rectangle 904"/>
          <p:cNvSpPr/>
          <p:nvPr/>
        </p:nvSpPr>
        <p:spPr>
          <a:xfrm>
            <a:off x="8247887" y="758952"/>
            <a:ext cx="914400" cy="201168"/>
          </a:xfrm>
          <a:prstGeom prst="rect">
            <a:avLst/>
          </a:prstGeom>
          <a:solidFill>
            <a:srgbClr val="C03030"/>
          </a:solidFill>
          <a:ln w="6350">
            <a:solidFill>
              <a:srgbClr val="8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8275319" y="786384"/>
            <a:ext cx="822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Firewall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9031985" y="758952"/>
            <a:ext cx="15681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Calibri"/>
              </a:rPr>
              <a:t>OWS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8561527" y="996696"/>
            <a:ext cx="1227124" cy="736274"/>
          </a:xfrm>
          <a:prstGeom prst="rect">
            <a:avLst/>
          </a:prstGeom>
          <a:solidFill>
            <a:srgbClr val="333333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9" name="Rectangle 908"/>
          <p:cNvSpPr/>
          <p:nvPr/>
        </p:nvSpPr>
        <p:spPr>
          <a:xfrm>
            <a:off x="8581643" y="1013155"/>
            <a:ext cx="1186891" cy="699698"/>
          </a:xfrm>
          <a:prstGeom prst="rect">
            <a:avLst/>
          </a:prstGeom>
          <a:solidFill>
            <a:srgbClr val="3A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Rectangle 909"/>
          <p:cNvSpPr/>
          <p:nvPr/>
        </p:nvSpPr>
        <p:spPr>
          <a:xfrm>
            <a:off x="9027834" y="1732970"/>
            <a:ext cx="294509" cy="5029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Rectangle 910"/>
          <p:cNvSpPr/>
          <p:nvPr/>
        </p:nvSpPr>
        <p:spPr>
          <a:xfrm>
            <a:off x="8905122" y="1778690"/>
            <a:ext cx="539934" cy="201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Rectangle 911"/>
          <p:cNvSpPr/>
          <p:nvPr/>
        </p:nvSpPr>
        <p:spPr>
          <a:xfrm>
            <a:off x="9843515" y="996696"/>
            <a:ext cx="1227124" cy="736274"/>
          </a:xfrm>
          <a:prstGeom prst="rect">
            <a:avLst/>
          </a:prstGeom>
          <a:solidFill>
            <a:srgbClr val="333333"/>
          </a:solidFill>
          <a:ln w="63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3" name="Rectangle 912"/>
          <p:cNvSpPr/>
          <p:nvPr/>
        </p:nvSpPr>
        <p:spPr>
          <a:xfrm>
            <a:off x="9863632" y="1013155"/>
            <a:ext cx="1186891" cy="699698"/>
          </a:xfrm>
          <a:prstGeom prst="rect">
            <a:avLst/>
          </a:prstGeom>
          <a:solidFill>
            <a:srgbClr val="3A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4" name="Rectangle 913"/>
          <p:cNvSpPr/>
          <p:nvPr/>
        </p:nvSpPr>
        <p:spPr>
          <a:xfrm>
            <a:off x="10309823" y="1732970"/>
            <a:ext cx="294509" cy="5029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Rectangle 914"/>
          <p:cNvSpPr/>
          <p:nvPr/>
        </p:nvSpPr>
        <p:spPr>
          <a:xfrm>
            <a:off x="10187110" y="1778690"/>
            <a:ext cx="539934" cy="201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Rectangle 915"/>
          <p:cNvSpPr/>
          <p:nvPr/>
        </p:nvSpPr>
        <p:spPr>
          <a:xfrm>
            <a:off x="8247887" y="1806122"/>
            <a:ext cx="3136392" cy="91440"/>
          </a:xfrm>
          <a:prstGeom prst="rect">
            <a:avLst/>
          </a:prstGeom>
          <a:solidFill>
            <a:srgbClr val="AAAAAA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Rectangle 916"/>
          <p:cNvSpPr/>
          <p:nvPr/>
        </p:nvSpPr>
        <p:spPr>
          <a:xfrm>
            <a:off x="8247887" y="1897562"/>
            <a:ext cx="3136392" cy="4283781"/>
          </a:xfrm>
          <a:prstGeom prst="rect">
            <a:avLst/>
          </a:prstGeom>
          <a:solidFill>
            <a:srgbClr val="CCCCCC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8" name="Rectangle 917"/>
          <p:cNvSpPr/>
          <p:nvPr/>
        </p:nvSpPr>
        <p:spPr>
          <a:xfrm>
            <a:off x="8718346" y="2325940"/>
            <a:ext cx="502920" cy="3427024"/>
          </a:xfrm>
          <a:prstGeom prst="rect">
            <a:avLst/>
          </a:prstGeom>
          <a:solidFill>
            <a:srgbClr val="555555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Rectangle 918"/>
          <p:cNvSpPr/>
          <p:nvPr/>
        </p:nvSpPr>
        <p:spPr>
          <a:xfrm>
            <a:off x="8754922" y="2600102"/>
            <a:ext cx="429768" cy="274161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8736634" y="3525399"/>
            <a:ext cx="466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WS</a:t>
            </a:r>
          </a:p>
        </p:txBody>
      </p:sp>
      <p:sp>
        <p:nvSpPr>
          <p:cNvPr id="921" name="Rectangle 920"/>
          <p:cNvSpPr/>
          <p:nvPr/>
        </p:nvSpPr>
        <p:spPr>
          <a:xfrm>
            <a:off x="11457432" y="996696"/>
            <a:ext cx="502919" cy="384048"/>
          </a:xfrm>
          <a:prstGeom prst="rect">
            <a:avLst/>
          </a:prstGeom>
          <a:solidFill>
            <a:srgbClr val="888888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2" name="Rectangle 921"/>
          <p:cNvSpPr/>
          <p:nvPr/>
        </p:nvSpPr>
        <p:spPr>
          <a:xfrm>
            <a:off x="11512296" y="1088136"/>
            <a:ext cx="393191" cy="3657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11457432" y="1408176"/>
            <a:ext cx="502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44444"/>
                </a:solidFill>
                <a:latin typeface="Calibri"/>
              </a:rPr>
              <a:t>Printer</a:t>
            </a:r>
          </a:p>
        </p:txBody>
      </p:sp>
      <p:sp>
        <p:nvSpPr>
          <p:cNvPr id="924" name="Rectangle 923"/>
          <p:cNvSpPr/>
          <p:nvPr/>
        </p:nvSpPr>
        <p:spPr>
          <a:xfrm>
            <a:off x="164592" y="6711696"/>
            <a:ext cx="128016" cy="109728"/>
          </a:xfrm>
          <a:prstGeom prst="rect">
            <a:avLst/>
          </a:prstGeom>
          <a:solidFill>
            <a:srgbClr val="1A3A6B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TextBox 924"/>
          <p:cNvSpPr txBox="1"/>
          <p:nvPr/>
        </p:nvSpPr>
        <p:spPr>
          <a:xfrm>
            <a:off x="320040" y="6702552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444444"/>
                </a:solidFill>
                <a:latin typeface="Calibri"/>
              </a:rPr>
              <a:t>Controller</a:t>
            </a:r>
          </a:p>
        </p:txBody>
      </p:sp>
      <p:sp>
        <p:nvSpPr>
          <p:cNvPr id="926" name="Rectangle 925"/>
          <p:cNvSpPr/>
          <p:nvPr/>
        </p:nvSpPr>
        <p:spPr>
          <a:xfrm>
            <a:off x="1115568" y="6711696"/>
            <a:ext cx="128016" cy="109728"/>
          </a:xfrm>
          <a:prstGeom prst="rect">
            <a:avLst/>
          </a:prstGeom>
          <a:solidFill>
            <a:srgbClr val="2E5FA3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1271016" y="6702552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444444"/>
                </a:solidFill>
                <a:latin typeface="Calibri"/>
              </a:rPr>
              <a:t>CIOC</a:t>
            </a:r>
          </a:p>
        </p:txBody>
      </p:sp>
      <p:sp>
        <p:nvSpPr>
          <p:cNvPr id="928" name="Rectangle 927"/>
          <p:cNvSpPr/>
          <p:nvPr/>
        </p:nvSpPr>
        <p:spPr>
          <a:xfrm>
            <a:off x="2066543" y="6711696"/>
            <a:ext cx="128016" cy="109728"/>
          </a:xfrm>
          <a:prstGeom prst="rect">
            <a:avLst/>
          </a:prstGeom>
          <a:solidFill>
            <a:srgbClr val="CC660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9" name="TextBox 928"/>
          <p:cNvSpPr txBox="1"/>
          <p:nvPr/>
        </p:nvSpPr>
        <p:spPr>
          <a:xfrm>
            <a:off x="2221991" y="6702552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444444"/>
                </a:solidFill>
                <a:latin typeface="Calibri"/>
              </a:rPr>
              <a:t>CHARM I/O</a:t>
            </a:r>
          </a:p>
        </p:txBody>
      </p:sp>
      <p:sp>
        <p:nvSpPr>
          <p:cNvPr id="930" name="Rectangle 929"/>
          <p:cNvSpPr/>
          <p:nvPr/>
        </p:nvSpPr>
        <p:spPr>
          <a:xfrm>
            <a:off x="3017520" y="6711696"/>
            <a:ext cx="128016" cy="109728"/>
          </a:xfrm>
          <a:prstGeom prst="rect">
            <a:avLst/>
          </a:prstGeom>
          <a:solidFill>
            <a:srgbClr val="2D6A2D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1" name="TextBox 930"/>
          <p:cNvSpPr txBox="1"/>
          <p:nvPr/>
        </p:nvSpPr>
        <p:spPr>
          <a:xfrm>
            <a:off x="3172968" y="6702552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444444"/>
                </a:solidFill>
                <a:latin typeface="Calibri"/>
              </a:rPr>
              <a:t>Network</a:t>
            </a:r>
          </a:p>
        </p:txBody>
      </p:sp>
      <p:sp>
        <p:nvSpPr>
          <p:cNvPr id="932" name="Rectangle 931"/>
          <p:cNvSpPr/>
          <p:nvPr/>
        </p:nvSpPr>
        <p:spPr>
          <a:xfrm>
            <a:off x="3968496" y="6711696"/>
            <a:ext cx="128016" cy="109728"/>
          </a:xfrm>
          <a:prstGeom prst="rect">
            <a:avLst/>
          </a:prstGeom>
          <a:solidFill>
            <a:srgbClr val="2B5EA7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3" name="TextBox 932"/>
          <p:cNvSpPr txBox="1"/>
          <p:nvPr/>
        </p:nvSpPr>
        <p:spPr>
          <a:xfrm>
            <a:off x="4123944" y="6702552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444444"/>
                </a:solidFill>
                <a:latin typeface="Calibri"/>
              </a:rPr>
              <a:t>EWS/WS</a:t>
            </a:r>
          </a:p>
        </p:txBody>
      </p:sp>
      <p:sp>
        <p:nvSpPr>
          <p:cNvPr id="934" name="Rectangle 933"/>
          <p:cNvSpPr/>
          <p:nvPr/>
        </p:nvSpPr>
        <p:spPr>
          <a:xfrm>
            <a:off x="4919472" y="6711696"/>
            <a:ext cx="128016" cy="109728"/>
          </a:xfrm>
          <a:prstGeom prst="rect">
            <a:avLst/>
          </a:prstGeom>
          <a:solidFill>
            <a:srgbClr val="FFD70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5" name="TextBox 934"/>
          <p:cNvSpPr txBox="1"/>
          <p:nvPr/>
        </p:nvSpPr>
        <p:spPr>
          <a:xfrm>
            <a:off x="5074920" y="6702552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444444"/>
                </a:solidFill>
                <a:latin typeface="Calibri"/>
              </a:rPr>
              <a:t>UPS</a:t>
            </a:r>
          </a:p>
        </p:txBody>
      </p:sp>
      <p:sp>
        <p:nvSpPr>
          <p:cNvPr id="936" name="Rectangle 935"/>
          <p:cNvSpPr/>
          <p:nvPr/>
        </p:nvSpPr>
        <p:spPr>
          <a:xfrm>
            <a:off x="5870448" y="6711696"/>
            <a:ext cx="128016" cy="109728"/>
          </a:xfrm>
          <a:prstGeom prst="rect">
            <a:avLst/>
          </a:prstGeom>
          <a:solidFill>
            <a:srgbClr val="7B3F9E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7" name="TextBox 936"/>
          <p:cNvSpPr txBox="1"/>
          <p:nvPr/>
        </p:nvSpPr>
        <p:spPr>
          <a:xfrm>
            <a:off x="6025896" y="6702552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444444"/>
                </a:solidFill>
                <a:latin typeface="Calibri"/>
              </a:rPr>
              <a:t>Fiber/FOPP</a:t>
            </a:r>
          </a:p>
        </p:txBody>
      </p:sp>
      <p:sp>
        <p:nvSpPr>
          <p:cNvPr id="938" name="Rectangle 937"/>
          <p:cNvSpPr/>
          <p:nvPr/>
        </p:nvSpPr>
        <p:spPr>
          <a:xfrm>
            <a:off x="6821424" y="6711696"/>
            <a:ext cx="128016" cy="109728"/>
          </a:xfrm>
          <a:prstGeom prst="rect">
            <a:avLst/>
          </a:prstGeom>
          <a:solidFill>
            <a:srgbClr val="C0303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9" name="TextBox 938"/>
          <p:cNvSpPr txBox="1"/>
          <p:nvPr/>
        </p:nvSpPr>
        <p:spPr>
          <a:xfrm>
            <a:off x="6976872" y="6702552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444444"/>
                </a:solidFill>
                <a:latin typeface="Calibri"/>
              </a:rPr>
              <a:t>Firewall</a:t>
            </a:r>
          </a:p>
        </p:txBody>
      </p:sp>
      <p:sp>
        <p:nvSpPr>
          <p:cNvPr id="940" name="Rectangle 939"/>
          <p:cNvSpPr/>
          <p:nvPr/>
        </p:nvSpPr>
        <p:spPr>
          <a:xfrm>
            <a:off x="7772400" y="6711696"/>
            <a:ext cx="128016" cy="109728"/>
          </a:xfrm>
          <a:prstGeom prst="rect">
            <a:avLst/>
          </a:prstGeom>
          <a:solidFill>
            <a:srgbClr val="CC3300"/>
          </a:solidFill>
          <a:ln w="381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1" name="TextBox 940"/>
          <p:cNvSpPr txBox="1"/>
          <p:nvPr/>
        </p:nvSpPr>
        <p:spPr>
          <a:xfrm>
            <a:off x="7927848" y="6702552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444444"/>
                </a:solidFill>
                <a:latin typeface="Calibri"/>
              </a:rPr>
              <a:t>Power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